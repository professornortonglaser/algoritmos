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CARLOS ROMEIRO ALBUQUERQUE" userId="S::joao.albuquerque10@fatec.sp.gov.br::ddccf788-35ff-4395-a4db-bd82f27d95be" providerId="AD" clId="Web-{6B7B428B-3FE0-5C6A-051E-9F0C8711E2E7}"/>
    <pc:docChg chg="modSld">
      <pc:chgData name="JOAO CARLOS ROMEIRO ALBUQUERQUE" userId="S::joao.albuquerque10@fatec.sp.gov.br::ddccf788-35ff-4395-a4db-bd82f27d95be" providerId="AD" clId="Web-{6B7B428B-3FE0-5C6A-051E-9F0C8711E2E7}" dt="2025-08-31T14:52:51.766" v="0" actId="1076"/>
      <pc:docMkLst>
        <pc:docMk/>
      </pc:docMkLst>
      <pc:sldChg chg="modSp">
        <pc:chgData name="JOAO CARLOS ROMEIRO ALBUQUERQUE" userId="S::joao.albuquerque10@fatec.sp.gov.br::ddccf788-35ff-4395-a4db-bd82f27d95be" providerId="AD" clId="Web-{6B7B428B-3FE0-5C6A-051E-9F0C8711E2E7}" dt="2025-08-31T14:52:51.766" v="0" actId="1076"/>
        <pc:sldMkLst>
          <pc:docMk/>
          <pc:sldMk cId="3409744433" sldId="257"/>
        </pc:sldMkLst>
        <pc:spChg chg="mod">
          <ac:chgData name="JOAO CARLOS ROMEIRO ALBUQUERQUE" userId="S::joao.albuquerque10@fatec.sp.gov.br::ddccf788-35ff-4395-a4db-bd82f27d95be" providerId="AD" clId="Web-{6B7B428B-3FE0-5C6A-051E-9F0C8711E2E7}" dt="2025-08-31T14:52:51.766" v="0" actId="1076"/>
          <ac:spMkLst>
            <pc:docMk/>
            <pc:sldMk cId="3409744433" sldId="257"/>
            <ac:spMk id="3" creationId="{001C28F8-C5A2-443F-9322-ECBB628245C2}"/>
          </ac:spMkLst>
        </pc:spChg>
      </pc:sldChg>
    </pc:docChg>
  </pc:docChgLst>
  <pc:docChgLst>
    <pc:chgData name="JOAO CARLOS ROMEIRO ALBUQUERQUE" userId="S::joao.albuquerque10@fatec.sp.gov.br::ddccf788-35ff-4395-a4db-bd82f27d95be" providerId="AD" clId="Web-{2F6C7D44-2319-AA79-2C56-E889F9C93CA0}"/>
    <pc:docChg chg="modSld">
      <pc:chgData name="JOAO CARLOS ROMEIRO ALBUQUERQUE" userId="S::joao.albuquerque10@fatec.sp.gov.br::ddccf788-35ff-4395-a4db-bd82f27d95be" providerId="AD" clId="Web-{2F6C7D44-2319-AA79-2C56-E889F9C93CA0}" dt="2025-08-31T21:47:22.116" v="6" actId="20577"/>
      <pc:docMkLst>
        <pc:docMk/>
      </pc:docMkLst>
      <pc:sldChg chg="modSp">
        <pc:chgData name="JOAO CARLOS ROMEIRO ALBUQUERQUE" userId="S::joao.albuquerque10@fatec.sp.gov.br::ddccf788-35ff-4395-a4db-bd82f27d95be" providerId="AD" clId="Web-{2F6C7D44-2319-AA79-2C56-E889F9C93CA0}" dt="2025-08-31T21:47:22.116" v="6" actId="20577"/>
        <pc:sldMkLst>
          <pc:docMk/>
          <pc:sldMk cId="3949311567" sldId="260"/>
        </pc:sldMkLst>
        <pc:spChg chg="mod">
          <ac:chgData name="JOAO CARLOS ROMEIRO ALBUQUERQUE" userId="S::joao.albuquerque10@fatec.sp.gov.br::ddccf788-35ff-4395-a4db-bd82f27d95be" providerId="AD" clId="Web-{2F6C7D44-2319-AA79-2C56-E889F9C93CA0}" dt="2025-08-31T21:47:22.053" v="5" actId="1076"/>
          <ac:spMkLst>
            <pc:docMk/>
            <pc:sldMk cId="3949311567" sldId="260"/>
            <ac:spMk id="2" creationId="{5B57EAAF-AE08-48CC-8723-CCBFA7FED673}"/>
          </ac:spMkLst>
        </pc:spChg>
        <pc:spChg chg="mod">
          <ac:chgData name="JOAO CARLOS ROMEIRO ALBUQUERQUE" userId="S::joao.albuquerque10@fatec.sp.gov.br::ddccf788-35ff-4395-a4db-bd82f27d95be" providerId="AD" clId="Web-{2F6C7D44-2319-AA79-2C56-E889F9C93CA0}" dt="2025-08-31T21:47:22.116" v="6" actId="20577"/>
          <ac:spMkLst>
            <pc:docMk/>
            <pc:sldMk cId="3949311567" sldId="260"/>
            <ac:spMk id="3" creationId="{DC0E5258-5D60-4945-95EB-743948A13879}"/>
          </ac:spMkLst>
        </pc:spChg>
      </pc:sldChg>
    </pc:docChg>
  </pc:docChgLst>
  <pc:docChgLst>
    <pc:chgData name="GABRIELA GOMES DE ALENCAR" userId="S::gabriela.alencar01@fatec.sp.gov.br::e4cce8fc-12ab-4469-9aa0-6ec45fa7d188" providerId="AD" clId="Web-{FF2F4F25-9A59-1FA7-C9DB-1817D2C30FD1}"/>
    <pc:docChg chg="modSld">
      <pc:chgData name="GABRIELA GOMES DE ALENCAR" userId="S::gabriela.alencar01@fatec.sp.gov.br::e4cce8fc-12ab-4469-9aa0-6ec45fa7d188" providerId="AD" clId="Web-{FF2F4F25-9A59-1FA7-C9DB-1817D2C30FD1}" dt="2025-08-16T14:34:22.593" v="5" actId="20577"/>
      <pc:docMkLst>
        <pc:docMk/>
      </pc:docMkLst>
      <pc:sldChg chg="modSp">
        <pc:chgData name="GABRIELA GOMES DE ALENCAR" userId="S::gabriela.alencar01@fatec.sp.gov.br::e4cce8fc-12ab-4469-9aa0-6ec45fa7d188" providerId="AD" clId="Web-{FF2F4F25-9A59-1FA7-C9DB-1817D2C30FD1}" dt="2025-08-16T14:34:22.593" v="5" actId="20577"/>
        <pc:sldMkLst>
          <pc:docMk/>
          <pc:sldMk cId="3949311567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2CF96-8448-4E75-8328-7BD72F236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A130AF-021D-425F-B2E9-67C1841E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D4DE9-EC38-48D2-9EFB-44472453A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AD83D-9E45-4E27-8079-A574DCB4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10FD4D-5945-4934-AAE6-908C28DD2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273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DFBE1-CCD2-43B4-B952-DD04DFD3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93B44D-00A3-4DFC-88A0-49F5F38D4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7C8ED-BF41-49F3-86E2-553A69125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C4135-F98B-49C5-9D8C-0AAE4C51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576C9-4FFA-4B28-BD7B-F7C65C49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2A718-8384-41A3-A823-DBC191B1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C79511-7C89-48BC-9D10-CA09D1D31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49E71C-4D8A-4F67-AEEF-4863D43D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A6799-0869-46BE-83BB-F31E55B7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75BEA8-70DA-42BF-83B5-E80A89DA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373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7618B5-CCD8-4808-9A5D-9F63ADDB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B5EF3-435D-45A8-86EE-757ED9C2B4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55898-FBC4-41DC-B32D-B442A3BA3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F5564D-F33A-4189-8AEE-689C92EC4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ED12C-8ADD-4AB2-857F-3F8928EE3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CBDCD2-C29F-418D-8673-28404D5B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712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B08A2-EAA0-4394-8691-3256CD5A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040AD4-7DDD-44CF-B28D-5340DE480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2476D6-0133-413C-9713-F205508F9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46024A-81FD-4248-BDC3-13EE46C49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8199F8-6A8C-4546-8682-FF83B2AD8A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51E8596-49C4-431F-8897-5E5F1F9F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C985C2C-CA8C-4FF5-A919-432399AD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ED9387E-77FF-4A88-A402-99AD2ACDC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05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89C2AF-94F5-4E36-9088-DEB74EED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D16874-1A2F-4EAB-9D0B-A4627AFD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810C9AE-43A5-48C7-BC84-C83E1BA8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28AFA4-2454-4A75-A6BB-CAE5F9CF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04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E2D1234-6C90-4C9B-9317-4E7EE4CD0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3D9FC7-6943-42AD-8E25-D9A48AA8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3681BFC-7B87-4ED4-8442-654C092C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72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1F14D-23B0-4D22-ABF6-5674B0235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7F3835-4F9B-4A1E-8FC9-9F8A02A2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977676-BD3B-4EC7-9236-B128FB995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D26164-D2D2-4D74-A9E6-B71758E2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A3019A-5413-494A-93BB-8F7E0BD6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3308EE-6599-4757-BE61-C6F6F8A84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69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B12BA-CF0F-4619-AE0D-D6D868F1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802653C-E918-4EA9-B90A-A6F8A5E3AC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0D4B0A7-10F5-4531-8C00-0175AC69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AB9EB1-91EA-4BFE-95E5-B1A8BDA7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8213F9-3E90-4681-B8B0-CECEA1F1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48812C4-4E75-4E48-B4C7-9B7B6A0C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660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516A0-47E7-4DC2-A9AF-1DA6120E3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303429-17FD-49E1-ACA0-5FE06384A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DB9CCF-7298-4C9F-BF5F-7B893495E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C9978C-CE40-437B-B9D7-9628ABB3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E89FCB-6B57-42C7-B59E-C697DB0E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967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863460-B4CF-4415-BC5B-31ADF9C21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C60F72-4802-46EC-AB82-BA8193DEF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BC0B24-59D8-4345-B975-11BE4AA7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A5E071-7C01-4CC9-BCEC-FC0A6984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D82929-A400-4307-AF7A-3EF27A54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163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D80693E-7D45-468E-AA68-C1AC8A76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4285EC-2933-431E-903B-7BC1865D4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A8FF07-8A08-45AB-B4A8-060695BFE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BF0C0-CBA2-43BC-AB86-22AF929D9653}" type="datetimeFigureOut">
              <a:rPr lang="pt-BR" smtClean="0"/>
              <a:t>19/09/2025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2788CA-021A-4BB6-A5F8-FFE87DAF5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57041A-443E-44EA-BF22-E2E46AA40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DB2C84-7703-4C66-83D7-829E8E7621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924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927A6-8EC3-43A4-832D-CA6D1D5DA3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Alg01 correção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7D1F40-F538-47A1-9277-6C86608922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521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4AAE1-04B9-435D-BD40-CD564F395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algoritmo e como ele e composto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1C28F8-C5A2-443F-9322-ECBB6282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1361"/>
            <a:ext cx="10515600" cy="4351338"/>
          </a:xfrm>
        </p:spPr>
        <p:txBody>
          <a:bodyPr/>
          <a:lstStyle/>
          <a:p>
            <a:r>
              <a:rPr lang="pt-BR"/>
              <a:t>Algoritmo e a resolução logica de um problema que deve ser reproduzível é composto por: problema, instruções unitárias, sequencia logica e deve ser finito, correto e efetivo.</a:t>
            </a:r>
          </a:p>
        </p:txBody>
      </p:sp>
    </p:spTree>
    <p:extLst>
      <p:ext uri="{BB962C8B-B14F-4D97-AF65-F5344CB8AC3E}">
        <p14:creationId xmlns:p14="http://schemas.microsoft.com/office/powerpoint/2010/main" val="340974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0F116-5384-4B08-82A1-6BDB4D6A1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950"/>
            <a:ext cx="10515600" cy="1325563"/>
          </a:xfrm>
        </p:spPr>
        <p:txBody>
          <a:bodyPr>
            <a:noAutofit/>
          </a:bodyPr>
          <a:lstStyle/>
          <a:p>
            <a:r>
              <a:rPr lang="pt-BR" sz="1800"/>
              <a:t>tendo como exemplo os algoritmos desenvolvidos em sala de aula para solucionar o problema da troca de lâmpadas, elabore um algoritmo que mostre os passos necessários para trocar um pneu furado. Considere o seguinte conjunto de ações:</a:t>
            </a:r>
            <a:br>
              <a:rPr lang="pt-BR" sz="1800"/>
            </a:br>
            <a:r>
              <a:rPr lang="pt-BR" sz="1800"/>
              <a:t>a)  Trocar o pneu traseiro esquerdo;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D11EC8-ED72-4C0B-B487-AC912C097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925"/>
            <a:ext cx="10515600" cy="52959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1600"/>
              <a:t>Estacionar o carro em lugar seguro e plano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Desligar 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Sair do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Abrir porta mala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Pegar macaco, triangulo, chave e </a:t>
            </a:r>
            <a:r>
              <a:rPr lang="pt-BR" sz="1600" err="1"/>
              <a:t>step</a:t>
            </a:r>
            <a:endParaRPr lang="pt-BR" sz="1600"/>
          </a:p>
          <a:p>
            <a:pPr marL="514350" indent="-514350">
              <a:buFont typeface="+mj-lt"/>
              <a:buAutoNum type="arabicPeriod"/>
            </a:pPr>
            <a:r>
              <a:rPr lang="pt-BR" sz="1600" err="1"/>
              <a:t>Desafrouxar</a:t>
            </a:r>
            <a:r>
              <a:rPr lang="pt-BR" sz="1600"/>
              <a:t> parafusos do pneu traseiro esquerdo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Subir carro com o macaco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Remover a roda 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Colocar o </a:t>
            </a:r>
            <a:r>
              <a:rPr lang="pt-BR" sz="1600" err="1"/>
              <a:t>step</a:t>
            </a:r>
            <a:endParaRPr lang="pt-BR" sz="1600"/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Descer 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Apertar parafusos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Guardar macaco, chave, triangulo e pneu furado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Fechar porta mala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Entrar no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1600"/>
              <a:t>Sair com o carro</a:t>
            </a:r>
          </a:p>
        </p:txBody>
      </p:sp>
    </p:spTree>
    <p:extLst>
      <p:ext uri="{BB962C8B-B14F-4D97-AF65-F5344CB8AC3E}">
        <p14:creationId xmlns:p14="http://schemas.microsoft.com/office/powerpoint/2010/main" val="1522147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7EAAF-AE08-48CC-8723-CCBFA7FE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5450"/>
          </a:xfrm>
        </p:spPr>
        <p:txBody>
          <a:bodyPr>
            <a:noAutofit/>
          </a:bodyPr>
          <a:lstStyle/>
          <a:p>
            <a:r>
              <a:rPr lang="pt-BR" sz="2000"/>
              <a:t>b) Trocar o pneu traseiro esquerdo e, antes, verificar se o pneu reserva está em condições de uso.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0E5258-5D60-4945-95EB-743948A1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576"/>
            <a:ext cx="10515600" cy="5386387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/>
              <a:t>Estacionar o carro em lugar seguro e plano</a:t>
            </a:r>
          </a:p>
          <a:p>
            <a:pPr marL="514350" indent="-514350">
              <a:buFont typeface="+mj-lt"/>
              <a:buAutoNum type="arabicPeriod"/>
            </a:pPr>
            <a:r>
              <a:rPr lang="pt-BR"/>
              <a:t>Desligar 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/>
              <a:t>Sair do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/>
              <a:t>Abrir porta mala</a:t>
            </a:r>
          </a:p>
          <a:p>
            <a:pPr marL="514350" indent="-514350">
              <a:buFont typeface="+mj-lt"/>
              <a:buAutoNum type="arabicPeriod"/>
            </a:pPr>
            <a:r>
              <a:rPr lang="pt-BR"/>
              <a:t>Se estiver em condições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Pegar macaco, triangulo, chave e </a:t>
            </a:r>
            <a:r>
              <a:rPr lang="pt-BR" err="1"/>
              <a:t>step</a:t>
            </a:r>
            <a:endParaRPr lang="pt-BR"/>
          </a:p>
          <a:p>
            <a:pPr marL="971550" lvl="1" indent="-514350">
              <a:buFont typeface="+mj-lt"/>
              <a:buAutoNum type="arabicPeriod"/>
            </a:pPr>
            <a:r>
              <a:rPr lang="pt-BR" err="1"/>
              <a:t>Desafrouxar</a:t>
            </a:r>
            <a:r>
              <a:rPr lang="pt-BR"/>
              <a:t> parafusos do pneu traseiro esquerdo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Subir carro com o macaco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Remover a roda 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Colocar o </a:t>
            </a:r>
            <a:r>
              <a:rPr lang="pt-BR" err="1"/>
              <a:t>step</a:t>
            </a:r>
            <a:endParaRPr lang="pt-BR"/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Descer o carro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Apertar parafusos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Guardar macaco, chave, triangulo e pneu furado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Fechar porta mala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Entrar no carro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Sair com o carro</a:t>
            </a:r>
          </a:p>
          <a:p>
            <a:pPr marL="514350" indent="-514350">
              <a:buFont typeface="+mj-lt"/>
              <a:buAutoNum type="arabicPeriod"/>
            </a:pPr>
            <a:r>
              <a:rPr lang="pt-BR"/>
              <a:t>Senão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/>
              <a:t>Levar pneu no borracheiro</a:t>
            </a: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60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7EAAF-AE08-48CC-8723-CCBFA7FE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5450"/>
          </a:xfrm>
        </p:spPr>
        <p:txBody>
          <a:bodyPr>
            <a:noAutofit/>
          </a:bodyPr>
          <a:lstStyle/>
          <a:p>
            <a:r>
              <a:rPr lang="pt-BR" sz="2000"/>
              <a:t>Verificar se existe algum pneu furado; se houver, verificar o pneu reserva e, então, trocar o pneu correto.</a:t>
            </a:r>
            <a:endParaRPr lang="pt-BR" sz="105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0E5258-5D60-4945-95EB-743948A13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576"/>
            <a:ext cx="10515600" cy="584834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pt-BR" sz="2400"/>
              <a:t>Estacionar o carro em lugar seguro e plano</a:t>
            </a:r>
          </a:p>
          <a:p>
            <a:r>
              <a:rPr lang="pt-BR" sz="2400"/>
              <a:t>Desligar o carro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/>
              <a:t>Sair do carro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/>
              <a:t>Verificar se existe pneu furado</a:t>
            </a:r>
            <a:endParaRPr lang="pt-BR" sz="2400">
              <a:ea typeface="Calibri"/>
              <a:cs typeface="Calibri"/>
            </a:endParaRPr>
          </a:p>
          <a:p>
            <a:r>
              <a:rPr lang="pt-BR" sz="2400"/>
              <a:t>Se pneu estiver furado</a:t>
            </a:r>
            <a:endParaRPr lang="pt-BR" sz="2400">
              <a:ea typeface="Calibri"/>
              <a:cs typeface="Calibri"/>
            </a:endParaRPr>
          </a:p>
          <a:p>
            <a:pPr lvl="1"/>
            <a:r>
              <a:rPr lang="pt-BR" sz="2000"/>
              <a:t>Abrir porta mala</a:t>
            </a:r>
            <a:endParaRPr lang="pt-BR" sz="2000">
              <a:ea typeface="Calibri"/>
              <a:cs typeface="Calibri"/>
            </a:endParaRPr>
          </a:p>
          <a:p>
            <a:pPr lvl="1"/>
            <a:r>
              <a:rPr lang="pt-BR" sz="2000"/>
              <a:t>Se step estiver em condições</a:t>
            </a:r>
            <a:endParaRPr lang="pt-BR" sz="2000">
              <a:ea typeface="Calibri"/>
              <a:cs typeface="Calibri"/>
            </a:endParaRPr>
          </a:p>
          <a:p>
            <a:pPr lvl="2"/>
            <a:r>
              <a:rPr lang="pt-BR" sz="1400">
                <a:ea typeface="+mn-lt"/>
                <a:cs typeface="+mn-lt"/>
              </a:rPr>
              <a:t>Pegar macaco, triangulo, chave e </a:t>
            </a:r>
            <a:r>
              <a:rPr lang="pt-BR" sz="1400" err="1">
                <a:ea typeface="+mn-lt"/>
                <a:cs typeface="+mn-lt"/>
              </a:rPr>
              <a:t>step</a:t>
            </a:r>
            <a:endParaRPr lang="pt-BR" sz="1400">
              <a:ea typeface="Calibri"/>
              <a:cs typeface="Calibri"/>
            </a:endParaRPr>
          </a:p>
          <a:p>
            <a:pPr lvl="2"/>
            <a:r>
              <a:rPr lang="pt-BR" sz="1400"/>
              <a:t>Desafrouxar parafusos do pneu furado</a:t>
            </a:r>
            <a:endParaRPr lang="pt-BR" sz="1400">
              <a:ea typeface="Calibri"/>
              <a:cs typeface="Calibri"/>
            </a:endParaRPr>
          </a:p>
          <a:p>
            <a:pPr lvl="2"/>
            <a:r>
              <a:rPr lang="pt-BR" sz="1400"/>
              <a:t>Subir carro com o macaco</a:t>
            </a:r>
            <a:endParaRPr lang="pt-BR" sz="1400">
              <a:ea typeface="Calibri"/>
              <a:cs typeface="Calibri"/>
            </a:endParaRPr>
          </a:p>
          <a:p>
            <a:pPr lvl="2"/>
            <a:r>
              <a:rPr lang="pt-BR" sz="1400"/>
              <a:t>Remover a roda </a:t>
            </a:r>
            <a:endParaRPr lang="pt-BR" sz="1400">
              <a:ea typeface="Calibri"/>
              <a:cs typeface="Calibri"/>
            </a:endParaRPr>
          </a:p>
          <a:p>
            <a:pPr lvl="2"/>
            <a:r>
              <a:rPr lang="pt-BR" sz="1400"/>
              <a:t>Colocar o step</a:t>
            </a:r>
          </a:p>
          <a:p>
            <a:pPr lvl="2"/>
            <a:r>
              <a:rPr lang="pt-BR" sz="1400"/>
              <a:t>Descer o carro</a:t>
            </a:r>
            <a:endParaRPr lang="pt-BR" sz="1400">
              <a:ea typeface="Calibri"/>
              <a:cs typeface="Calibri"/>
            </a:endParaRPr>
          </a:p>
          <a:p>
            <a:pPr lvl="2"/>
            <a:r>
              <a:rPr lang="pt-BR" sz="1400"/>
              <a:t>Apertar parafusos</a:t>
            </a:r>
            <a:endParaRPr lang="pt-BR"/>
          </a:p>
          <a:p>
            <a:pPr lvl="2"/>
            <a:r>
              <a:rPr lang="pt-BR" sz="1400"/>
              <a:t>Guardar macaco, chave, triangulo e pneu furado</a:t>
            </a:r>
            <a:endParaRPr lang="pt-BR" sz="1400">
              <a:ea typeface="Calibri"/>
              <a:cs typeface="Calibri"/>
            </a:endParaRPr>
          </a:p>
          <a:p>
            <a:pPr lvl="2"/>
            <a:r>
              <a:rPr lang="pt-BR" sz="1400"/>
              <a:t>Fechar porta mala</a:t>
            </a:r>
            <a:endParaRPr lang="pt-BR" sz="1400">
              <a:ea typeface="Calibri"/>
              <a:cs typeface="Calibri"/>
            </a:endParaRPr>
          </a:p>
          <a:p>
            <a:pPr lvl="1"/>
            <a:r>
              <a:rPr lang="pt-BR" sz="2000"/>
              <a:t>Senão</a:t>
            </a:r>
            <a:endParaRPr lang="pt-BR" sz="2000">
              <a:ea typeface="Calibri"/>
              <a:cs typeface="Calibri"/>
            </a:endParaRPr>
          </a:p>
          <a:p>
            <a:pPr lvl="2"/>
            <a:r>
              <a:rPr lang="pt-BR" sz="1400"/>
              <a:t>Levar pneu no borracheiro</a:t>
            </a:r>
            <a:endParaRPr lang="pt-BR" sz="1400">
              <a:ea typeface="Calibri"/>
              <a:cs typeface="Calibri"/>
            </a:endParaRPr>
          </a:p>
          <a:p>
            <a:r>
              <a:rPr lang="pt-BR" sz="1700"/>
              <a:t>Entrar no carro</a:t>
            </a:r>
            <a:endParaRPr lang="pt-BR" sz="1700">
              <a:ea typeface="Calibri"/>
              <a:cs typeface="Calibri"/>
            </a:endParaRPr>
          </a:p>
          <a:p>
            <a:r>
              <a:rPr lang="pt-BR" sz="1400"/>
              <a:t>Sair com o carro</a:t>
            </a:r>
            <a:endParaRPr lang="pt-BR" sz="1400">
              <a:ea typeface="Calibri"/>
              <a:cs typeface="Calibri"/>
            </a:endParaRPr>
          </a:p>
          <a:p>
            <a:endParaRPr lang="pt-BR"/>
          </a:p>
          <a:p>
            <a:pPr marL="514350" indent="-514350">
              <a:buFont typeface="+mj-lt"/>
              <a:buAutoNum type="arabicPeriod"/>
            </a:pPr>
            <a:endParaRPr lang="pt-BR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311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7D260EE0AAD9543B85D307DE614CC9D" ma:contentTypeVersion="7" ma:contentTypeDescription="Create a new document." ma:contentTypeScope="" ma:versionID="b0cc92a82ba5b1792ca19bbcc88fab72">
  <xsd:schema xmlns:xsd="http://www.w3.org/2001/XMLSchema" xmlns:xs="http://www.w3.org/2001/XMLSchema" xmlns:p="http://schemas.microsoft.com/office/2006/metadata/properties" xmlns:ns2="38bcddca-3dec-497b-8434-43e3240da18b" targetNamespace="http://schemas.microsoft.com/office/2006/metadata/properties" ma:root="true" ma:fieldsID="83b9a3ccc9a3c9bc63bf183b0dfc35d7" ns2:_="">
    <xsd:import namespace="38bcddca-3dec-497b-8434-43e3240da1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bcddca-3dec-497b-8434-43e3240da1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5D050B-AF09-4644-98A1-56803D1C200F}"/>
</file>

<file path=customXml/itemProps2.xml><?xml version="1.0" encoding="utf-8"?>
<ds:datastoreItem xmlns:ds="http://schemas.openxmlformats.org/officeDocument/2006/customXml" ds:itemID="{55D160DC-47AC-4F85-AE2C-DD460868908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118889-FDE9-47ED-89A0-241AF2BD69A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6" baseType="lpstr">
      <vt:lpstr>Tema do Office</vt:lpstr>
      <vt:lpstr>Alg01 correção</vt:lpstr>
      <vt:lpstr>O que é algoritmo e como ele e composto ?</vt:lpstr>
      <vt:lpstr>tendo como exemplo os algoritmos desenvolvidos em sala de aula para solucionar o problema da troca de lâmpadas, elabore um algoritmo que mostre os passos necessários para trocar um pneu furado. Considere o seguinte conjunto de ações: a)  Trocar o pneu traseiro esquerdo;</vt:lpstr>
      <vt:lpstr>b) Trocar o pneu traseiro esquerdo e, antes, verificar se o pneu reserva está em condições de uso.</vt:lpstr>
      <vt:lpstr>Verificar se existe algum pneu furado; se houver, verificar o pneu reserva e, então, trocar o pneu correto.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Alg01 correção</dc:title>
  <dc:creator>MARCIO ROBERTO CAMAROTTO</dc:creator>
  <cp:revision>2</cp:revision>
  <dcterms:created xsi:type="dcterms:W3CDTF">2025-08-16T13:26:44Z</dcterms:created>
  <dcterms:modified xsi:type="dcterms:W3CDTF">2025-09-19T12:22:43Z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0x01010087D260EE0AAD9543B85D307DE614CC9D</vt:lpwstr>
  </property>
</Properties>
</file>
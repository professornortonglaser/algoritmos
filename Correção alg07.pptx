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3" d="100"/>
          <a:sy n="53" d="100"/>
        </p:scale>
        <p:origin x="703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E249B5-7B63-4F0A-A93A-E074651AB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160399-D3E8-4DF6-B6AA-097B85EA6C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133D5C-1E79-4001-8218-E0AF99360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1C6B3-5AFA-44E7-8E1C-5921468E20DC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B14EFD-CE3C-4206-B074-CF4706AAD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980763-30A9-41F3-8297-B4B98F929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6763-F176-4FB9-A7E5-F7A721F7F5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7442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94BF2A-2B9A-482C-92C7-125AB95A4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8EB8FA-1A9D-4B6F-973E-C4244F82A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98253C-8F9D-4E69-9E3D-E7940F27D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1C6B3-5AFA-44E7-8E1C-5921468E20DC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E62FC9-3C64-4111-A797-A2DC05AA4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7B2E0D-EFAC-4B31-A9C9-E5C0586B2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6763-F176-4FB9-A7E5-F7A721F7F5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3016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2D4D33-DD38-4A4A-87B0-E421D127B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924331-C405-41D4-A015-6F74691D1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6E3CC5-A31F-49D7-AD61-C19DBDC3E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1C6B3-5AFA-44E7-8E1C-5921468E20DC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1B6394-6733-44F7-9DB2-30221918F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33545C-CE17-4211-921A-EA4EF1A06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6763-F176-4FB9-A7E5-F7A721F7F5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4833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C2DF44-3DD8-414A-95AC-6D2F1418C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E4216F-F6D4-47F8-8B09-904160A9F3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DA3676B-2FFA-4D7F-B3CE-3C0B3B93ED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9068AA5-0BEC-4CB2-B7E6-B7521C6CD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1C6B3-5AFA-44E7-8E1C-5921468E20DC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22CDFEA-6B1E-4CB3-871C-CBB240641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05CAC65-615D-4D96-905C-CFC5DFBB3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6763-F176-4FB9-A7E5-F7A721F7F5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221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1F756B-8224-4328-83F8-1682FEC62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C96ACEB-B41B-4523-A2B5-A72CFD233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260FE83-17D2-4C00-9967-C0D22DBC56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7AC4B59-A621-4612-9926-EED1DE02D0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6D24B55-8889-4439-A4DC-ED2404CB79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7BA7963-AB50-4938-A5AF-E58371AAB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1C6B3-5AFA-44E7-8E1C-5921468E20DC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54D3A20-EBF4-4DF7-B99A-3E5A994A7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5E13A5B-7BC6-41C7-93B0-953E4B86B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6763-F176-4FB9-A7E5-F7A721F7F5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6713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FD2C10-551B-4833-A40A-CD597A4FF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206ED72-DAD2-4ADC-AE42-75AAE9E28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1C6B3-5AFA-44E7-8E1C-5921468E20DC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D113E1B-B0BC-43F6-B1A0-257A6AAD8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EED5FCE-AC70-44D8-AF8F-1725D9A0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6763-F176-4FB9-A7E5-F7A721F7F5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3695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45CDED2-CE76-42B4-9205-20E799910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1C6B3-5AFA-44E7-8E1C-5921468E20DC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071DF91-D777-42AC-A965-C834A30AF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778DBE7-84A3-4087-8703-8E456B6B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6763-F176-4FB9-A7E5-F7A721F7F5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6709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AF528D-AA6F-4ED2-B540-161989C5E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BDE4DB-047D-4D2A-843A-841CDA65F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CD13CBF-E2CB-4C23-AB52-BF81D6E4C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B90A38B-FFD1-4C4D-9EAC-B1EDA3D3B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1C6B3-5AFA-44E7-8E1C-5921468E20DC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D0A1E67-F9FA-4AE6-8F80-37EDBCA50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736C9D-6121-4015-8FDB-F0C35EB37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6763-F176-4FB9-A7E5-F7A721F7F5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6030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51474E-EE6B-454B-BF38-C9BF9088C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8298CFE-D37E-48B9-B8ED-39480B1F39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4290ABC-08BC-484D-97C1-86B640E103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BAFB0D6-2D2C-4B03-AA32-B5C9E8A23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1C6B3-5AFA-44E7-8E1C-5921468E20DC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0D2D85-25B2-4CCA-8D82-C6F6D7B27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68B2EA0-DE62-4E27-B26D-5966F650C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6763-F176-4FB9-A7E5-F7A721F7F5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1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606BEC-4DB3-4F2E-BE1E-3F39DEB70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2D28246-DCA8-4598-BBDB-8E43676209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F5E426-4E42-4387-A9E9-BCD25D3D6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1C6B3-5AFA-44E7-8E1C-5921468E20DC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2703D0-5D1D-4504-8A19-A3C6674D5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4620CF-B565-48E9-9840-8DB05EADF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6763-F176-4FB9-A7E5-F7A721F7F5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9070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9D34F9D-014D-4FCB-A6B4-DB5031A7EC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B42E3C2-C11A-463C-AFB7-472275166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949037-5AD1-4426-8996-8F2F82573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1C6B3-5AFA-44E7-8E1C-5921468E20DC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5E145B-36B9-4CA7-8914-FB32EE353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FD7439-8182-40D5-A688-FE86B4254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36763-F176-4FB9-A7E5-F7A721F7F5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9427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0A7C803-14AB-4103-A607-1D3F45BF2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4FB343-077C-4404-A480-BE36D1000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8790A5-9951-45CE-B26A-98DDD90DDD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B1C6B3-5AFA-44E7-8E1C-5921468E20DC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0A890A-E1F4-4C3B-89BE-742CA1EC8C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02BB50-56EB-4C2B-BDED-11ECF63C8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736763-F176-4FB9-A7E5-F7A721F7F5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4053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E32F9D-23BD-4BB7-A598-2B62052538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Correção alg07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D4FCDC-BFA1-4236-B078-943F3F6601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7967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97E7D4FB-0FEC-4C7A-8343-B33AD3F92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3D4E0472-4764-4DA7-BC0F-A2F3D60F4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Crie um programa em </a:t>
            </a:r>
            <a:r>
              <a:rPr lang="pt-BR" dirty="0" err="1"/>
              <a:t>java</a:t>
            </a:r>
            <a:r>
              <a:rPr lang="pt-BR" dirty="0"/>
              <a:t> e seu respectivo fluxograma crie um algoritmo que dada uma determinada operação informada</a:t>
            </a:r>
          </a:p>
          <a:p>
            <a:pPr lvl="1"/>
            <a:r>
              <a:rPr lang="pt-BR" dirty="0"/>
              <a:t>1-Somar, 2-subtrair, 3-multiplicar, 4-dividir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colete dois números A e B e usando o comando de escolha  realize a devida operação aritmética mostrando o valor final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0943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uxograma: Terminação 3">
            <a:extLst>
              <a:ext uri="{FF2B5EF4-FFF2-40B4-BE49-F238E27FC236}">
                <a16:creationId xmlns:a16="http://schemas.microsoft.com/office/drawing/2014/main" id="{2AB1B1B5-6234-44F2-8161-8B57638AFA05}"/>
              </a:ext>
            </a:extLst>
          </p:cNvPr>
          <p:cNvSpPr/>
          <p:nvPr/>
        </p:nvSpPr>
        <p:spPr>
          <a:xfrm>
            <a:off x="698643" y="482885"/>
            <a:ext cx="2270588" cy="606176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inicio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58A8529-C159-43E9-83D0-13F02E044148}"/>
              </a:ext>
            </a:extLst>
          </p:cNvPr>
          <p:cNvSpPr/>
          <p:nvPr/>
        </p:nvSpPr>
        <p:spPr>
          <a:xfrm>
            <a:off x="503433" y="1232899"/>
            <a:ext cx="2619911" cy="7294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op</a:t>
            </a:r>
            <a:r>
              <a:rPr lang="pt-BR" dirty="0"/>
              <a:t>, a, b, resultado</a:t>
            </a:r>
          </a:p>
        </p:txBody>
      </p:sp>
      <p:sp>
        <p:nvSpPr>
          <p:cNvPr id="6" name="Fluxograma: Dados 5">
            <a:extLst>
              <a:ext uri="{FF2B5EF4-FFF2-40B4-BE49-F238E27FC236}">
                <a16:creationId xmlns:a16="http://schemas.microsoft.com/office/drawing/2014/main" id="{5B80D087-EFAB-46E5-A66E-4BFA46086FB6}"/>
              </a:ext>
            </a:extLst>
          </p:cNvPr>
          <p:cNvSpPr/>
          <p:nvPr/>
        </p:nvSpPr>
        <p:spPr>
          <a:xfrm>
            <a:off x="770562" y="2214082"/>
            <a:ext cx="2198669" cy="996593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Informe </a:t>
            </a:r>
            <a:r>
              <a:rPr lang="pt-BR" dirty="0" err="1"/>
              <a:t>op</a:t>
            </a:r>
            <a:endParaRPr lang="pt-BR" dirty="0"/>
          </a:p>
        </p:txBody>
      </p:sp>
      <p:sp>
        <p:nvSpPr>
          <p:cNvPr id="7" name="Fluxograma: Dados 6">
            <a:extLst>
              <a:ext uri="{FF2B5EF4-FFF2-40B4-BE49-F238E27FC236}">
                <a16:creationId xmlns:a16="http://schemas.microsoft.com/office/drawing/2014/main" id="{0D9E3EC5-0BC8-43CB-B2E8-BD01813811B1}"/>
              </a:ext>
            </a:extLst>
          </p:cNvPr>
          <p:cNvSpPr/>
          <p:nvPr/>
        </p:nvSpPr>
        <p:spPr>
          <a:xfrm>
            <a:off x="755150" y="3493213"/>
            <a:ext cx="2116476" cy="852755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Informe valor para a</a:t>
            </a:r>
          </a:p>
        </p:txBody>
      </p:sp>
      <p:sp>
        <p:nvSpPr>
          <p:cNvPr id="9" name="Fluxograma: Dados 8">
            <a:extLst>
              <a:ext uri="{FF2B5EF4-FFF2-40B4-BE49-F238E27FC236}">
                <a16:creationId xmlns:a16="http://schemas.microsoft.com/office/drawing/2014/main" id="{564F5499-C14C-42B6-B10E-031DE3E54480}"/>
              </a:ext>
            </a:extLst>
          </p:cNvPr>
          <p:cNvSpPr/>
          <p:nvPr/>
        </p:nvSpPr>
        <p:spPr>
          <a:xfrm>
            <a:off x="616450" y="4613096"/>
            <a:ext cx="2116476" cy="852755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Informe valor para b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F0EB9826-DC89-47E6-9913-A341162145E4}"/>
              </a:ext>
            </a:extLst>
          </p:cNvPr>
          <p:cNvCxnSpPr>
            <a:stCxn id="4" idx="2"/>
          </p:cNvCxnSpPr>
          <p:nvPr/>
        </p:nvCxnSpPr>
        <p:spPr>
          <a:xfrm flipH="1">
            <a:off x="1813388" y="1089061"/>
            <a:ext cx="20549" cy="5003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>
            <a:extLst>
              <a:ext uri="{FF2B5EF4-FFF2-40B4-BE49-F238E27FC236}">
                <a16:creationId xmlns:a16="http://schemas.microsoft.com/office/drawing/2014/main" id="{6ABAC48B-641C-418B-8EE3-9967251F4E5D}"/>
              </a:ext>
            </a:extLst>
          </p:cNvPr>
          <p:cNvSpPr/>
          <p:nvPr/>
        </p:nvSpPr>
        <p:spPr>
          <a:xfrm>
            <a:off x="1500026" y="6097712"/>
            <a:ext cx="636997" cy="5239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F2C92BA2-B38C-4A41-A4A2-3E142BF4BD5A}"/>
              </a:ext>
            </a:extLst>
          </p:cNvPr>
          <p:cNvSpPr/>
          <p:nvPr/>
        </p:nvSpPr>
        <p:spPr>
          <a:xfrm>
            <a:off x="4433299" y="157536"/>
            <a:ext cx="636997" cy="5239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14" name="Fluxograma: Decisão 13">
            <a:extLst>
              <a:ext uri="{FF2B5EF4-FFF2-40B4-BE49-F238E27FC236}">
                <a16:creationId xmlns:a16="http://schemas.microsoft.com/office/drawing/2014/main" id="{6DB679C7-CF1B-48AA-BBA5-8C662CFA8C2B}"/>
              </a:ext>
            </a:extLst>
          </p:cNvPr>
          <p:cNvSpPr/>
          <p:nvPr/>
        </p:nvSpPr>
        <p:spPr>
          <a:xfrm>
            <a:off x="3715821" y="863029"/>
            <a:ext cx="2085652" cy="99659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Op</a:t>
            </a:r>
            <a:r>
              <a:rPr lang="pt-BR" dirty="0"/>
              <a:t>==1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0A182AD-D1FA-4E71-9DD2-08E42EE440F4}"/>
              </a:ext>
            </a:extLst>
          </p:cNvPr>
          <p:cNvSpPr/>
          <p:nvPr/>
        </p:nvSpPr>
        <p:spPr>
          <a:xfrm>
            <a:off x="6119973" y="914399"/>
            <a:ext cx="1849348" cy="8938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Resultado=</a:t>
            </a:r>
            <a:r>
              <a:rPr lang="pt-BR" dirty="0" err="1"/>
              <a:t>a+b</a:t>
            </a:r>
            <a:endParaRPr lang="pt-BR" dirty="0"/>
          </a:p>
        </p:txBody>
      </p: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2A2161F4-A0D0-4B13-870B-660FC698C033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 flipV="1">
            <a:off x="5801473" y="1361325"/>
            <a:ext cx="3185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A35D2A97-BAC5-4A99-AD8C-788EFB81713E}"/>
              </a:ext>
            </a:extLst>
          </p:cNvPr>
          <p:cNvCxnSpPr>
            <a:cxnSpLocks/>
            <a:stCxn id="13" idx="4"/>
          </p:cNvCxnSpPr>
          <p:nvPr/>
        </p:nvCxnSpPr>
        <p:spPr>
          <a:xfrm>
            <a:off x="4751798" y="681518"/>
            <a:ext cx="36222" cy="5465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5B3490B-AF2E-49E2-94D8-C9C7658F18BB}"/>
              </a:ext>
            </a:extLst>
          </p:cNvPr>
          <p:cNvSpPr txBox="1"/>
          <p:nvPr/>
        </p:nvSpPr>
        <p:spPr>
          <a:xfrm>
            <a:off x="5784350" y="98578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6DDA1628-366E-4B34-A022-18808A60645C}"/>
              </a:ext>
            </a:extLst>
          </p:cNvPr>
          <p:cNvSpPr txBox="1"/>
          <p:nvPr/>
        </p:nvSpPr>
        <p:spPr>
          <a:xfrm>
            <a:off x="4834781" y="1787703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</a:t>
            </a:r>
          </a:p>
        </p:txBody>
      </p:sp>
      <p:sp>
        <p:nvSpPr>
          <p:cNvPr id="24" name="Fluxograma: Decisão 23">
            <a:extLst>
              <a:ext uri="{FF2B5EF4-FFF2-40B4-BE49-F238E27FC236}">
                <a16:creationId xmlns:a16="http://schemas.microsoft.com/office/drawing/2014/main" id="{413B3B1D-6E71-4D08-A948-3C1391AAB649}"/>
              </a:ext>
            </a:extLst>
          </p:cNvPr>
          <p:cNvSpPr/>
          <p:nvPr/>
        </p:nvSpPr>
        <p:spPr>
          <a:xfrm>
            <a:off x="3715821" y="2274650"/>
            <a:ext cx="2085652" cy="99659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Op</a:t>
            </a:r>
            <a:r>
              <a:rPr lang="pt-BR" dirty="0"/>
              <a:t>==2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ADA8A06D-34ED-4B1B-A28A-E421FA621293}"/>
              </a:ext>
            </a:extLst>
          </p:cNvPr>
          <p:cNvSpPr/>
          <p:nvPr/>
        </p:nvSpPr>
        <p:spPr>
          <a:xfrm>
            <a:off x="6119973" y="2326020"/>
            <a:ext cx="1849348" cy="8938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Resultado=</a:t>
            </a:r>
            <a:r>
              <a:rPr lang="pt-BR" dirty="0" err="1"/>
              <a:t>a-b</a:t>
            </a:r>
            <a:endParaRPr lang="pt-BR" dirty="0"/>
          </a:p>
        </p:txBody>
      </p: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2F5AEC3C-C265-4206-ACBF-F0B859A8FDE1}"/>
              </a:ext>
            </a:extLst>
          </p:cNvPr>
          <p:cNvCxnSpPr>
            <a:stCxn id="24" idx="3"/>
            <a:endCxn id="25" idx="1"/>
          </p:cNvCxnSpPr>
          <p:nvPr/>
        </p:nvCxnSpPr>
        <p:spPr>
          <a:xfrm flipV="1">
            <a:off x="5801473" y="2772946"/>
            <a:ext cx="3185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8F8BD15-073C-4A62-A324-F72F018EA1D7}"/>
              </a:ext>
            </a:extLst>
          </p:cNvPr>
          <p:cNvSpPr txBox="1"/>
          <p:nvPr/>
        </p:nvSpPr>
        <p:spPr>
          <a:xfrm>
            <a:off x="5784350" y="2397401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CB0D4B19-B293-450D-81E1-72FD06CFE82C}"/>
              </a:ext>
            </a:extLst>
          </p:cNvPr>
          <p:cNvSpPr txBox="1"/>
          <p:nvPr/>
        </p:nvSpPr>
        <p:spPr>
          <a:xfrm>
            <a:off x="4834781" y="3199324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</a:t>
            </a:r>
          </a:p>
        </p:txBody>
      </p:sp>
      <p:sp>
        <p:nvSpPr>
          <p:cNvPr id="29" name="Fluxograma: Decisão 28">
            <a:extLst>
              <a:ext uri="{FF2B5EF4-FFF2-40B4-BE49-F238E27FC236}">
                <a16:creationId xmlns:a16="http://schemas.microsoft.com/office/drawing/2014/main" id="{956F5A2F-C500-4E07-96E0-2A5B10F71303}"/>
              </a:ext>
            </a:extLst>
          </p:cNvPr>
          <p:cNvSpPr/>
          <p:nvPr/>
        </p:nvSpPr>
        <p:spPr>
          <a:xfrm>
            <a:off x="3715821" y="3648402"/>
            <a:ext cx="2085652" cy="99659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Op</a:t>
            </a:r>
            <a:r>
              <a:rPr lang="pt-BR" dirty="0"/>
              <a:t>==3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46644B51-8812-4B8A-8529-A9E6D1E8DFB3}"/>
              </a:ext>
            </a:extLst>
          </p:cNvPr>
          <p:cNvSpPr/>
          <p:nvPr/>
        </p:nvSpPr>
        <p:spPr>
          <a:xfrm>
            <a:off x="6119973" y="3699772"/>
            <a:ext cx="1849348" cy="8938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Resultado=a*b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2608F26B-1331-4928-BF6D-89FF74B85557}"/>
              </a:ext>
            </a:extLst>
          </p:cNvPr>
          <p:cNvCxnSpPr>
            <a:stCxn id="29" idx="3"/>
            <a:endCxn id="30" idx="1"/>
          </p:cNvCxnSpPr>
          <p:nvPr/>
        </p:nvCxnSpPr>
        <p:spPr>
          <a:xfrm flipV="1">
            <a:off x="5801473" y="4146698"/>
            <a:ext cx="3185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47E67D18-1A6B-41E8-B2E3-6231B7DF6473}"/>
              </a:ext>
            </a:extLst>
          </p:cNvPr>
          <p:cNvSpPr txBox="1"/>
          <p:nvPr/>
        </p:nvSpPr>
        <p:spPr>
          <a:xfrm>
            <a:off x="5784350" y="3771153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6A59D65B-6CA3-489A-A8E9-832923CFCA8B}"/>
              </a:ext>
            </a:extLst>
          </p:cNvPr>
          <p:cNvSpPr txBox="1"/>
          <p:nvPr/>
        </p:nvSpPr>
        <p:spPr>
          <a:xfrm>
            <a:off x="4834781" y="4573076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</a:t>
            </a:r>
          </a:p>
        </p:txBody>
      </p:sp>
      <p:sp>
        <p:nvSpPr>
          <p:cNvPr id="34" name="Fluxograma: Decisão 33">
            <a:extLst>
              <a:ext uri="{FF2B5EF4-FFF2-40B4-BE49-F238E27FC236}">
                <a16:creationId xmlns:a16="http://schemas.microsoft.com/office/drawing/2014/main" id="{E39DF217-AFFF-400B-B88E-07308879E4A4}"/>
              </a:ext>
            </a:extLst>
          </p:cNvPr>
          <p:cNvSpPr/>
          <p:nvPr/>
        </p:nvSpPr>
        <p:spPr>
          <a:xfrm>
            <a:off x="3715821" y="4853315"/>
            <a:ext cx="2085652" cy="99659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Op</a:t>
            </a:r>
            <a:r>
              <a:rPr lang="pt-BR" dirty="0"/>
              <a:t>==4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A24EFBDA-1BED-4F69-A7EC-3AD18F9D1A15}"/>
              </a:ext>
            </a:extLst>
          </p:cNvPr>
          <p:cNvSpPr/>
          <p:nvPr/>
        </p:nvSpPr>
        <p:spPr>
          <a:xfrm>
            <a:off x="6119973" y="4904685"/>
            <a:ext cx="1849348" cy="8938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Resultado=a/b</a:t>
            </a:r>
          </a:p>
        </p:txBody>
      </p: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4B55E312-AE8A-4E19-94D0-68F19DFC1DC7}"/>
              </a:ext>
            </a:extLst>
          </p:cNvPr>
          <p:cNvCxnSpPr>
            <a:stCxn id="34" idx="3"/>
            <a:endCxn id="35" idx="1"/>
          </p:cNvCxnSpPr>
          <p:nvPr/>
        </p:nvCxnSpPr>
        <p:spPr>
          <a:xfrm flipV="1">
            <a:off x="5801473" y="5351611"/>
            <a:ext cx="3185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996776B8-2500-4357-8592-B47271A027CD}"/>
              </a:ext>
            </a:extLst>
          </p:cNvPr>
          <p:cNvSpPr txBox="1"/>
          <p:nvPr/>
        </p:nvSpPr>
        <p:spPr>
          <a:xfrm>
            <a:off x="5784350" y="4976066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D04A6C51-E24A-41EE-8B2B-2585F1325B22}"/>
              </a:ext>
            </a:extLst>
          </p:cNvPr>
          <p:cNvSpPr txBox="1"/>
          <p:nvPr/>
        </p:nvSpPr>
        <p:spPr>
          <a:xfrm>
            <a:off x="4834781" y="5777989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</a:t>
            </a:r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D733F69D-96F0-4FA0-B6E2-E47A3F519D4D}"/>
              </a:ext>
            </a:extLst>
          </p:cNvPr>
          <p:cNvSpPr/>
          <p:nvPr/>
        </p:nvSpPr>
        <p:spPr>
          <a:xfrm>
            <a:off x="4498208" y="6147321"/>
            <a:ext cx="579624" cy="5531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9590653-75A7-4878-8CF0-F190943B326D}"/>
              </a:ext>
            </a:extLst>
          </p:cNvPr>
          <p:cNvSpPr/>
          <p:nvPr/>
        </p:nvSpPr>
        <p:spPr>
          <a:xfrm>
            <a:off x="10106186" y="157536"/>
            <a:ext cx="579624" cy="5531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1171B2A6-EB2F-4BDC-90CC-203935EC4F86}"/>
              </a:ext>
            </a:extLst>
          </p:cNvPr>
          <p:cNvCxnSpPr>
            <a:cxnSpLocks/>
            <a:stCxn id="41" idx="4"/>
          </p:cNvCxnSpPr>
          <p:nvPr/>
        </p:nvCxnSpPr>
        <p:spPr>
          <a:xfrm>
            <a:off x="10395998" y="710679"/>
            <a:ext cx="0" cy="3060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Fluxograma: Dados 43">
            <a:extLst>
              <a:ext uri="{FF2B5EF4-FFF2-40B4-BE49-F238E27FC236}">
                <a16:creationId xmlns:a16="http://schemas.microsoft.com/office/drawing/2014/main" id="{08FD6FB1-47CA-4CAF-A911-0C8C8E3EB00A}"/>
              </a:ext>
            </a:extLst>
          </p:cNvPr>
          <p:cNvSpPr/>
          <p:nvPr/>
        </p:nvSpPr>
        <p:spPr>
          <a:xfrm>
            <a:off x="9380306" y="863029"/>
            <a:ext cx="2113046" cy="719192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Op. invalida</a:t>
            </a:r>
          </a:p>
        </p:txBody>
      </p:sp>
      <p:sp>
        <p:nvSpPr>
          <p:cNvPr id="46" name="Fluxograma: Dados 45">
            <a:extLst>
              <a:ext uri="{FF2B5EF4-FFF2-40B4-BE49-F238E27FC236}">
                <a16:creationId xmlns:a16="http://schemas.microsoft.com/office/drawing/2014/main" id="{493986C3-FECF-4372-8F11-3FBF1EC65AF5}"/>
              </a:ext>
            </a:extLst>
          </p:cNvPr>
          <p:cNvSpPr/>
          <p:nvPr/>
        </p:nvSpPr>
        <p:spPr>
          <a:xfrm>
            <a:off x="9215919" y="2545176"/>
            <a:ext cx="2113026" cy="893852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resultado</a:t>
            </a:r>
          </a:p>
        </p:txBody>
      </p:sp>
      <p:sp>
        <p:nvSpPr>
          <p:cNvPr id="47" name="Fluxograma: Terminação 46">
            <a:extLst>
              <a:ext uri="{FF2B5EF4-FFF2-40B4-BE49-F238E27FC236}">
                <a16:creationId xmlns:a16="http://schemas.microsoft.com/office/drawing/2014/main" id="{CEFBE960-B122-4FF4-A54B-7268E15A32A9}"/>
              </a:ext>
            </a:extLst>
          </p:cNvPr>
          <p:cNvSpPr/>
          <p:nvPr/>
        </p:nvSpPr>
        <p:spPr>
          <a:xfrm>
            <a:off x="9347758" y="3771153"/>
            <a:ext cx="1849348" cy="446164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fim</a:t>
            </a:r>
          </a:p>
        </p:txBody>
      </p:sp>
      <p:cxnSp>
        <p:nvCxnSpPr>
          <p:cNvPr id="50" name="Conector de Seta Reta 49">
            <a:extLst>
              <a:ext uri="{FF2B5EF4-FFF2-40B4-BE49-F238E27FC236}">
                <a16:creationId xmlns:a16="http://schemas.microsoft.com/office/drawing/2014/main" id="{02273081-1B15-4DA6-9D6E-441419617BBE}"/>
              </a:ext>
            </a:extLst>
          </p:cNvPr>
          <p:cNvCxnSpPr/>
          <p:nvPr/>
        </p:nvCxnSpPr>
        <p:spPr>
          <a:xfrm>
            <a:off x="8537825" y="2065106"/>
            <a:ext cx="18581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7C987AB8-EF66-42CC-AE0C-05D0108BFDF0}"/>
              </a:ext>
            </a:extLst>
          </p:cNvPr>
          <p:cNvCxnSpPr/>
          <p:nvPr/>
        </p:nvCxnSpPr>
        <p:spPr>
          <a:xfrm>
            <a:off x="8537825" y="1089061"/>
            <a:ext cx="0" cy="43767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>
            <a:extLst>
              <a:ext uri="{FF2B5EF4-FFF2-40B4-BE49-F238E27FC236}">
                <a16:creationId xmlns:a16="http://schemas.microsoft.com/office/drawing/2014/main" id="{A174074E-107D-4B1D-998B-AB123ECBDA25}"/>
              </a:ext>
            </a:extLst>
          </p:cNvPr>
          <p:cNvCxnSpPr/>
          <p:nvPr/>
        </p:nvCxnSpPr>
        <p:spPr>
          <a:xfrm>
            <a:off x="7969321" y="1089061"/>
            <a:ext cx="5685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>
            <a:extLst>
              <a:ext uri="{FF2B5EF4-FFF2-40B4-BE49-F238E27FC236}">
                <a16:creationId xmlns:a16="http://schemas.microsoft.com/office/drawing/2014/main" id="{FD9E3A8A-D416-4552-900C-9909FBC118D9}"/>
              </a:ext>
            </a:extLst>
          </p:cNvPr>
          <p:cNvCxnSpPr>
            <a:stCxn id="25" idx="3"/>
          </p:cNvCxnSpPr>
          <p:nvPr/>
        </p:nvCxnSpPr>
        <p:spPr>
          <a:xfrm flipV="1">
            <a:off x="7969321" y="2766733"/>
            <a:ext cx="568504" cy="6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de Seta Reta 56">
            <a:extLst>
              <a:ext uri="{FF2B5EF4-FFF2-40B4-BE49-F238E27FC236}">
                <a16:creationId xmlns:a16="http://schemas.microsoft.com/office/drawing/2014/main" id="{845156AD-7288-48CA-8626-9F1BE1A7EC26}"/>
              </a:ext>
            </a:extLst>
          </p:cNvPr>
          <p:cNvCxnSpPr/>
          <p:nvPr/>
        </p:nvCxnSpPr>
        <p:spPr>
          <a:xfrm flipV="1">
            <a:off x="7951614" y="4153498"/>
            <a:ext cx="568504" cy="6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>
            <a:extLst>
              <a:ext uri="{FF2B5EF4-FFF2-40B4-BE49-F238E27FC236}">
                <a16:creationId xmlns:a16="http://schemas.microsoft.com/office/drawing/2014/main" id="{03B77396-EC10-4B0F-97DB-DD9FACB60F43}"/>
              </a:ext>
            </a:extLst>
          </p:cNvPr>
          <p:cNvCxnSpPr/>
          <p:nvPr/>
        </p:nvCxnSpPr>
        <p:spPr>
          <a:xfrm flipV="1">
            <a:off x="7968333" y="5345398"/>
            <a:ext cx="568504" cy="6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7921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E51CAF-7757-4D46-84D4-5B69C7A7F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https://onlinegdb.com/iHZ6zWyxkK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1E7399E-B9BE-4EBE-8713-9445A3F9C0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514" y="1690688"/>
            <a:ext cx="7104726" cy="4351338"/>
          </a:xfrm>
        </p:spPr>
      </p:pic>
    </p:spTree>
    <p:extLst>
      <p:ext uri="{BB962C8B-B14F-4D97-AF65-F5344CB8AC3E}">
        <p14:creationId xmlns:p14="http://schemas.microsoft.com/office/powerpoint/2010/main" val="3403712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7603BB-BC84-4B7E-982D-7D865110C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8858402-DB17-421E-91DB-1EF1B0223F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94802"/>
            <a:ext cx="6353710" cy="4493827"/>
          </a:xfrm>
        </p:spPr>
      </p:pic>
    </p:spTree>
    <p:extLst>
      <p:ext uri="{BB962C8B-B14F-4D97-AF65-F5344CB8AC3E}">
        <p14:creationId xmlns:p14="http://schemas.microsoft.com/office/powerpoint/2010/main" val="38443754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122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Correção alg07</vt:lpstr>
      <vt:lpstr>Apresentação do PowerPoint</vt:lpstr>
      <vt:lpstr>Apresentação do PowerPoint</vt:lpstr>
      <vt:lpstr>https://onlinegdb.com/iHZ6zWyxkK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Correção alg07</dc:title>
  <dc:creator>MARCIO ROBERTO CAMAROTTO</dc:creator>
  <cp:lastModifiedBy>MARCIO ROBERTO CAMAROTTO</cp:lastModifiedBy>
  <cp:revision>3</cp:revision>
  <dcterms:created xsi:type="dcterms:W3CDTF">2026-05-09T13:18:59Z</dcterms:created>
  <dcterms:modified xsi:type="dcterms:W3CDTF">2026-05-09T13:32:00Z</dcterms:modified>
</cp:coreProperties>
</file>
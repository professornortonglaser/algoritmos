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51621-9809-4706-B1D7-F161E0703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71B59-F62A-493A-922E-A65F88F89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201A80-83D9-49A5-909A-B5EADF8C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E878E8-CCEB-4C95-85F7-54EB2F42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9C44E2-693E-436C-995E-BEA564F6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18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48CF4-280A-46DC-B941-1B07A06A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C5E023-558A-409E-8EA4-51D44D3D9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CED508-E4BF-41E5-8B2A-28F57374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2480B6-7F8D-4697-9B65-6539DCAA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5797C-42F5-43AE-A248-C5ACA0D1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27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D44E3-D0A4-4AC1-9518-22417B28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062453-592D-4A6D-A1B5-02520C883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7091B0-BFAE-4293-BE01-AAE8F45A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D8C9F-33FA-4C28-AECA-5F4214C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3F9C0C-CEE8-4159-886F-02973130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20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A5593-7429-4844-BD0A-7E3EF57A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D772E-7C5F-4F3A-AA56-94273BF58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D9414E-7133-4312-BEEC-C69FADB5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432390-2284-4A87-AC56-8F08DAEF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ED6DFA-9D44-4888-87BF-43DEC9A3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79352-9AA2-4FC9-8953-B889817B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27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74748-C4BB-4094-ADA4-404C139D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41CF60-649B-4295-833E-69FCBA780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1362FF-13F3-46EF-AD01-4040A4E6D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1F826F-7842-4887-8CC7-B7F953B57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19C4BF-0C75-4B42-98A8-BB7A570D0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0F048F-C077-4469-894E-49466ABD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02DEB5-22DE-4741-8036-77E45625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F5CFD3-11C1-47B5-AB2F-FD7D8503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48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5747B-1CD8-468E-81B0-8C6AE621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211BB7-4C2F-4F26-9607-C551C8EA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F0DA1A-BE5E-4E94-85BE-1C30707E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4FA6AC-85C7-453A-8609-F7580EC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01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69A0C8-067F-4EFE-AC69-CB594D09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D9869D-2640-473F-8BCA-A128AB0D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99A54C-0B59-4B9D-9741-F2DD972C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2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6DED7-254A-4F87-BF61-2301005A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F0364F-11C3-4492-83AA-474F8AB3B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BA5E7F-5E74-4F3B-BE08-0CFB35EC4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74D58A-841C-47A0-A921-6D404097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8B743D-DA08-4961-A154-256774FD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635068-54F8-401B-A7E8-EA3A777C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44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6C561-1EB2-4C4C-9BA7-EFDBF61D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062E28-6903-48C5-BAA6-A55B73390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75EF3B-B840-46FC-8FFE-8674267FB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6236CB-8003-477A-9DB0-A7D22ABB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88D30A-6AA8-42C4-8CF5-0CB4AF97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3A9CFA-5F06-4DF2-8D9E-A06A9478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9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070E4-F8B5-481C-9518-D9579C87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F8C0A1-1176-4987-8355-44A122635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6A0F9A-847B-43BA-B2A1-13FC308F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5FBAF8-2977-4A40-AF67-87C0E32D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FBC902-2D13-45C4-BDE7-5C6B8E6C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97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85A634-60B9-45A7-8D4B-94CA9EB43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F64FDC-7EAF-469C-BB60-920A5F94B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EE3B1C-72FA-4E9A-93A1-415CB349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FBAE3-4972-4A66-89A8-40964A65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473FAC-9B75-483E-BD1A-D1B7E541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76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66B484-F3DC-4161-886D-796516C5F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5984FC-F873-47CA-8F2B-0868D8C1B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0261B-4715-44A4-93A5-5D967DCC0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D5B09-7A2E-4619-83F4-A074DD5B3A5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36BA5-A9D7-4631-B21C-28524F41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06F89-E0DA-4A0A-A2EB-D1888C29E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99451-891C-46CA-86B0-08B63EEA22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9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B4A31-8F73-45E0-A3CE-2E4809348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Alg07 - 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F9F4CB-7DAD-44DF-AAEC-3C84F38D3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35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2F587-1C4B-4594-93A7-E73E4454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FE2E5F-3EF2-483F-8B41-4F26B8926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Faça um algoritmo de controle de um caixa eletrônico que tenha as seguintes operações</a:t>
            </a:r>
          </a:p>
          <a:p>
            <a:pPr marL="0" indent="0">
              <a:buNone/>
            </a:pPr>
            <a:r>
              <a:rPr lang="pt-BR" dirty="0"/>
              <a:t>1-Saldo, 2-Deposito, 3-Saque</a:t>
            </a:r>
          </a:p>
          <a:p>
            <a:pPr marL="0" indent="0">
              <a:buNone/>
            </a:pPr>
            <a:r>
              <a:rPr lang="pt-BR" dirty="0"/>
              <a:t>Realize as operações usando o comando escolha e informando o valor das operações e defina também um saldo inicial</a:t>
            </a:r>
          </a:p>
        </p:txBody>
      </p:sp>
    </p:spTree>
    <p:extLst>
      <p:ext uri="{BB962C8B-B14F-4D97-AF65-F5344CB8AC3E}">
        <p14:creationId xmlns:p14="http://schemas.microsoft.com/office/powerpoint/2010/main" val="201462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77D7E003-561E-4004-8CC5-47C558D38E12}"/>
              </a:ext>
            </a:extLst>
          </p:cNvPr>
          <p:cNvSpPr/>
          <p:nvPr/>
        </p:nvSpPr>
        <p:spPr>
          <a:xfrm>
            <a:off x="371475" y="314325"/>
            <a:ext cx="2019300" cy="60007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3A2C68-483E-4F7C-81B0-A2FC92986F71}"/>
              </a:ext>
            </a:extLst>
          </p:cNvPr>
          <p:cNvSpPr/>
          <p:nvPr/>
        </p:nvSpPr>
        <p:spPr>
          <a:xfrm>
            <a:off x="371475" y="1085850"/>
            <a:ext cx="2162175" cy="971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, Saldo=1000, Valor</a:t>
            </a: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312C1D9E-0CF6-471E-91FD-8012FBD2990F}"/>
              </a:ext>
            </a:extLst>
          </p:cNvPr>
          <p:cNvSpPr/>
          <p:nvPr/>
        </p:nvSpPr>
        <p:spPr>
          <a:xfrm>
            <a:off x="447675" y="2228850"/>
            <a:ext cx="1943100" cy="12001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OP</a:t>
            </a:r>
          </a:p>
          <a:p>
            <a:pPr algn="ctr"/>
            <a:r>
              <a:rPr lang="pt-BR" dirty="0"/>
              <a:t>1-saldo, 2-deposito, 3-saque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6D4392C3-7CF7-4EB4-BBCF-6057C9187DB6}"/>
              </a:ext>
            </a:extLst>
          </p:cNvPr>
          <p:cNvSpPr/>
          <p:nvPr/>
        </p:nvSpPr>
        <p:spPr>
          <a:xfrm>
            <a:off x="300037" y="3752851"/>
            <a:ext cx="2305050" cy="10477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==1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624D5022-01D0-44BB-A06A-D99C79528CBF}"/>
              </a:ext>
            </a:extLst>
          </p:cNvPr>
          <p:cNvSpPr/>
          <p:nvPr/>
        </p:nvSpPr>
        <p:spPr>
          <a:xfrm>
            <a:off x="2876550" y="3752851"/>
            <a:ext cx="2133600" cy="10477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saldo</a:t>
            </a:r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E682119C-35C9-4665-AB3E-811A981399D1}"/>
              </a:ext>
            </a:extLst>
          </p:cNvPr>
          <p:cNvSpPr/>
          <p:nvPr/>
        </p:nvSpPr>
        <p:spPr>
          <a:xfrm>
            <a:off x="311944" y="5000626"/>
            <a:ext cx="2305050" cy="10477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==2</a:t>
            </a:r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191D1796-1208-4117-8E93-4BD1D6440334}"/>
              </a:ext>
            </a:extLst>
          </p:cNvPr>
          <p:cNvSpPr/>
          <p:nvPr/>
        </p:nvSpPr>
        <p:spPr>
          <a:xfrm>
            <a:off x="2724150" y="5048252"/>
            <a:ext cx="2133600" cy="10477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Valor deposito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A4475D4-2C17-4539-8885-FA8FA758FEAD}"/>
              </a:ext>
            </a:extLst>
          </p:cNvPr>
          <p:cNvSpPr/>
          <p:nvPr/>
        </p:nvSpPr>
        <p:spPr>
          <a:xfrm>
            <a:off x="5257800" y="5000626"/>
            <a:ext cx="1885950" cy="104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Saldo =saldo + valor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907CAA5-FC8E-4C56-94E5-2EDA5FDF3566}"/>
              </a:ext>
            </a:extLst>
          </p:cNvPr>
          <p:cNvSpPr/>
          <p:nvPr/>
        </p:nvSpPr>
        <p:spPr>
          <a:xfrm>
            <a:off x="1219199" y="6267451"/>
            <a:ext cx="561975" cy="4667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70682B9-BC5F-4CAC-ABB4-E5DD6A92364A}"/>
              </a:ext>
            </a:extLst>
          </p:cNvPr>
          <p:cNvCxnSpPr>
            <a:stCxn id="4" idx="2"/>
            <a:endCxn id="12" idx="0"/>
          </p:cNvCxnSpPr>
          <p:nvPr/>
        </p:nvCxnSpPr>
        <p:spPr>
          <a:xfrm>
            <a:off x="1381125" y="914400"/>
            <a:ext cx="119062" cy="5353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3BE0B3C-5258-4B3D-9208-A98BC783234D}"/>
              </a:ext>
            </a:extLst>
          </p:cNvPr>
          <p:cNvCxnSpPr>
            <a:stCxn id="7" idx="3"/>
            <a:endCxn id="8" idx="5"/>
          </p:cNvCxnSpPr>
          <p:nvPr/>
        </p:nvCxnSpPr>
        <p:spPr>
          <a:xfrm>
            <a:off x="2605087" y="4276726"/>
            <a:ext cx="402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24B4B8B-E013-407E-8374-8A5EB28354FA}"/>
              </a:ext>
            </a:extLst>
          </p:cNvPr>
          <p:cNvCxnSpPr>
            <a:stCxn id="9" idx="3"/>
          </p:cNvCxnSpPr>
          <p:nvPr/>
        </p:nvCxnSpPr>
        <p:spPr>
          <a:xfrm>
            <a:off x="2616994" y="5524501"/>
            <a:ext cx="6488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Terminação 18">
            <a:extLst>
              <a:ext uri="{FF2B5EF4-FFF2-40B4-BE49-F238E27FC236}">
                <a16:creationId xmlns:a16="http://schemas.microsoft.com/office/drawing/2014/main" id="{8741AF06-F43F-4F66-95FE-76CF43CC952D}"/>
              </a:ext>
            </a:extLst>
          </p:cNvPr>
          <p:cNvSpPr/>
          <p:nvPr/>
        </p:nvSpPr>
        <p:spPr>
          <a:xfrm>
            <a:off x="9105900" y="5262564"/>
            <a:ext cx="2276475" cy="61912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DD98E75-A1AE-4A85-BF7D-12DF381DF595}"/>
              </a:ext>
            </a:extLst>
          </p:cNvPr>
          <p:cNvSpPr/>
          <p:nvPr/>
        </p:nvSpPr>
        <p:spPr>
          <a:xfrm>
            <a:off x="4271962" y="421485"/>
            <a:ext cx="561975" cy="4667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AB588F7B-E2C4-4D73-B3AF-26092D5EA1CC}"/>
              </a:ext>
            </a:extLst>
          </p:cNvPr>
          <p:cNvSpPr/>
          <p:nvPr/>
        </p:nvSpPr>
        <p:spPr>
          <a:xfrm>
            <a:off x="3400425" y="1178722"/>
            <a:ext cx="2305050" cy="10477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==3</a:t>
            </a:r>
          </a:p>
        </p:txBody>
      </p:sp>
      <p:sp>
        <p:nvSpPr>
          <p:cNvPr id="23" name="Paralelogramo 22">
            <a:extLst>
              <a:ext uri="{FF2B5EF4-FFF2-40B4-BE49-F238E27FC236}">
                <a16:creationId xmlns:a16="http://schemas.microsoft.com/office/drawing/2014/main" id="{8D35A9AC-FBB0-4093-AA31-21DF4FBBDB02}"/>
              </a:ext>
            </a:extLst>
          </p:cNvPr>
          <p:cNvSpPr/>
          <p:nvPr/>
        </p:nvSpPr>
        <p:spPr>
          <a:xfrm>
            <a:off x="5850731" y="1169196"/>
            <a:ext cx="2133600" cy="10477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Informe Valor saque</a:t>
            </a:r>
          </a:p>
        </p:txBody>
      </p:sp>
      <p:sp>
        <p:nvSpPr>
          <p:cNvPr id="24" name="Losango 23">
            <a:extLst>
              <a:ext uri="{FF2B5EF4-FFF2-40B4-BE49-F238E27FC236}">
                <a16:creationId xmlns:a16="http://schemas.microsoft.com/office/drawing/2014/main" id="{34CE0534-904C-40B6-96F7-7CAF3E68C2EC}"/>
              </a:ext>
            </a:extLst>
          </p:cNvPr>
          <p:cNvSpPr/>
          <p:nvPr/>
        </p:nvSpPr>
        <p:spPr>
          <a:xfrm>
            <a:off x="8129587" y="1131096"/>
            <a:ext cx="2305050" cy="104775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Valor&lt;=saldo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5F7BD53-8D5A-452A-9AE5-E2B241D9EEB3}"/>
              </a:ext>
            </a:extLst>
          </p:cNvPr>
          <p:cNvSpPr/>
          <p:nvPr/>
        </p:nvSpPr>
        <p:spPr>
          <a:xfrm>
            <a:off x="8384381" y="2426496"/>
            <a:ext cx="1885950" cy="104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Saldo =saldo -valor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A4AC532-CA78-49F2-8E98-D78FB2AEF86D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4552950" y="888210"/>
            <a:ext cx="0" cy="154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F3BD4B0-619B-4DDE-B22C-60B470F4495D}"/>
              </a:ext>
            </a:extLst>
          </p:cNvPr>
          <p:cNvCxnSpPr>
            <a:cxnSpLocks/>
            <a:stCxn id="22" idx="3"/>
            <a:endCxn id="31" idx="5"/>
          </p:cNvCxnSpPr>
          <p:nvPr/>
        </p:nvCxnSpPr>
        <p:spPr>
          <a:xfrm flipV="1">
            <a:off x="5705475" y="1654971"/>
            <a:ext cx="5006280" cy="4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ABB1EAE1-72FE-457D-B9F4-B114F2D9B972}"/>
              </a:ext>
            </a:extLst>
          </p:cNvPr>
          <p:cNvSpPr/>
          <p:nvPr/>
        </p:nvSpPr>
        <p:spPr>
          <a:xfrm>
            <a:off x="10598943" y="1203723"/>
            <a:ext cx="1485900" cy="902496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Saldo insuficiente</a:t>
            </a:r>
          </a:p>
        </p:txBody>
      </p: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1508D6D8-0FDA-4DAE-8D08-EB8690DA79B4}"/>
              </a:ext>
            </a:extLst>
          </p:cNvPr>
          <p:cNvSpPr/>
          <p:nvPr/>
        </p:nvSpPr>
        <p:spPr>
          <a:xfrm>
            <a:off x="3790950" y="2426502"/>
            <a:ext cx="1666875" cy="771518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Op. invalida</a:t>
            </a:r>
          </a:p>
        </p:txBody>
      </p: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1A92F665-5921-47C8-A39E-C9F917BBB3C5}"/>
              </a:ext>
            </a:extLst>
          </p:cNvPr>
          <p:cNvCxnSpPr>
            <a:endCxn id="19" idx="0"/>
          </p:cNvCxnSpPr>
          <p:nvPr/>
        </p:nvCxnSpPr>
        <p:spPr>
          <a:xfrm>
            <a:off x="4999434" y="4300543"/>
            <a:ext cx="5244704" cy="9620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B7A00BE8-23FB-407E-B00F-EB26CD284DA9}"/>
              </a:ext>
            </a:extLst>
          </p:cNvPr>
          <p:cNvCxnSpPr>
            <a:stCxn id="31" idx="4"/>
            <a:endCxn id="19" idx="0"/>
          </p:cNvCxnSpPr>
          <p:nvPr/>
        </p:nvCxnSpPr>
        <p:spPr>
          <a:xfrm rot="5400000">
            <a:off x="9214844" y="3135514"/>
            <a:ext cx="3156345" cy="1097755"/>
          </a:xfrm>
          <a:prstGeom prst="bentConnector3">
            <a:avLst>
              <a:gd name="adj1" fmla="val 699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2B51AE66-3437-4408-8DB8-60306C4AAAF2}"/>
              </a:ext>
            </a:extLst>
          </p:cNvPr>
          <p:cNvCxnSpPr>
            <a:stCxn id="24" idx="2"/>
          </p:cNvCxnSpPr>
          <p:nvPr/>
        </p:nvCxnSpPr>
        <p:spPr>
          <a:xfrm>
            <a:off x="9282112" y="2178846"/>
            <a:ext cx="0" cy="212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F2CB3CE1-BA3C-450B-AF09-F9C04E515D32}"/>
              </a:ext>
            </a:extLst>
          </p:cNvPr>
          <p:cNvCxnSpPr>
            <a:stCxn id="33" idx="2"/>
          </p:cNvCxnSpPr>
          <p:nvPr/>
        </p:nvCxnSpPr>
        <p:spPr>
          <a:xfrm>
            <a:off x="5361385" y="2812261"/>
            <a:ext cx="2260401" cy="14882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60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51296B6-D949-4C08-ACEB-589B5DC555BF}"/>
              </a:ext>
            </a:extLst>
          </p:cNvPr>
          <p:cNvSpPr/>
          <p:nvPr/>
        </p:nvSpPr>
        <p:spPr>
          <a:xfrm>
            <a:off x="178274" y="205859"/>
            <a:ext cx="343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https://onlinegdb.com/KGzX55uLo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B62BFF6-A41A-4BB9-B1E2-1DAAC8B08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143" y="205859"/>
            <a:ext cx="6083613" cy="62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75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100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Alg07 - exemplo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Alg07 - exemplo</dc:title>
  <dc:creator>MARCIO ROBERTO CAMAROTTO</dc:creator>
  <cp:lastModifiedBy>MARCIO ROBERTO CAMAROTTO</cp:lastModifiedBy>
  <cp:revision>3</cp:revision>
  <dcterms:created xsi:type="dcterms:W3CDTF">2026-04-25T13:50:25Z</dcterms:created>
  <dcterms:modified xsi:type="dcterms:W3CDTF">2026-04-25T14:20:13Z</dcterms:modified>
</cp:coreProperties>
</file>
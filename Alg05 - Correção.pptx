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A8CD9-CBA3-4F5E-814C-A30D4C074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091069-EAD1-458E-9C01-631629AB4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1E7A5E-5890-477F-BAB9-3D4CF870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2A4505-447A-4054-A212-6F6FD29B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081C3A-C672-48A6-9500-29CC26E23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8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6DD20-0982-4093-92AA-5BEDB965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AAEC77-D4B9-4B96-945C-3E5647ED9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116EC8-C9A0-47AF-B94F-192D23D8E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C7A973-AB1E-4541-A9DC-08E0460A6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828802-1DD4-4BFA-B2E2-D2CFC4E3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938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74900-2B5C-4262-B103-25318F10C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E46E98-3A8B-458F-B271-21C1264B5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90F0B-ABFE-4CFE-BCBE-631394700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F821D2-09AD-4803-B2ED-95BB24D26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CB5344-3DF6-4E38-8145-B29579D09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166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218202-5CFA-488D-A02C-B85390F2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1DB860-0A64-4AF0-9949-9EB1CACC1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D853EF4-3DEF-4910-B28A-DBC815A43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3DBC18-5FE8-4EB7-B939-771A4B68C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E1BC8A-C68F-42FA-AE69-AEFA8E4EF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AE0848-F23B-4F86-BDC1-0F9E34E8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612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697E5-9867-4D72-84C3-54784F6C5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285AD2-CB4B-4E74-B9E9-61EA722D2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D2137D-BB88-4DBC-B664-138C05DAF5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8DB058-B792-4006-8BD1-59501402B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D78F58-AB3B-4E45-9F99-99C798F2CC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E0B487D-FE87-46E1-975E-2556D794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C8BDD32-732B-40AB-A967-A1075F3B8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3CB063C-003D-48DA-8E4B-71E128CAB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04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EADEB-38C2-48FA-AF58-AE918685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022D40-DD45-41F1-B599-602FB9DAC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6EC4E89-DF32-4118-99D3-D6367138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9953B3F-2267-4D1D-BE51-38BA3532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202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439670B-F1FB-4734-9C54-AD00B169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96A3DC7-54C6-4369-86FB-183807538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3B6121-2366-4AF7-B98A-984F5C39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183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035401-E78B-445B-A277-13C2A002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9C833E-833F-4DFA-9CDF-AAB80E733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A6547E-7F47-41D8-862B-3DBEEB248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8DC50C-3E11-400E-8AC5-926BAD2B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75A088-0CCE-4419-B537-D1D432CC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A827BC-BE10-4079-B14E-BBB9BDB2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4264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A2F08-D47A-4F75-99EA-B8D6BBA74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141B03E-6403-437E-A8EC-4E093D47A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525224-833E-4CB0-B20C-A30314A81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307BE6-C848-48CE-973D-6411366E7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57A169-94F7-44C5-8E6E-1C8A6C2FC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9D0A2F-60E7-4E39-AA58-B5ACC5D20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434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EAD2E-03F7-4DBB-880A-AFADAF01A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09D1DF5-67DE-4726-862C-60F0CE3D7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FA05F4-1604-407F-8866-D0DF3A62E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23D9C6-75B7-4A96-A779-326BF353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76CEB8-5F35-4D14-9886-5EE61FAD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7124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AED539-F4B4-4E69-AA8E-584D4DFEF4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B9DA355-95BC-486E-92B6-96FE1BC67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939BE0-EB0B-47EF-A5CD-837B59EF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D77888-B716-4290-937B-CE024571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503945-00F2-437F-A61C-B975BFCEF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196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BB54FBC-C84C-46A8-8953-0889C30E2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C161AB4-FDB6-42C6-9627-C9408EF36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85C785-1C5D-4B53-8B09-D357A7589F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CB52E-5199-4E0B-8008-904DF3C96A86}" type="datetimeFigureOut">
              <a:rPr lang="pt-BR" smtClean="0"/>
              <a:t>28/03/2026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279243-DEDB-4961-AA0A-1D2E51C36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980878-B010-4B30-8D43-7B970E481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BEA40-1295-4A97-9A41-2F182B26FD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1968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B6D49-6C21-4A62-BDF1-DEC0ED6728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Alg05 - Correção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158DC7-D5B3-491E-95CF-7CB3169B50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779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D0375-70BE-43F6-8C9E-42B4E4B90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BE98DE-B1FC-4741-BE39-99BA6E1BB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Informe as duas notas de um aluno (P1 e P2) e a quantidade de faltas no semestre, calcule a media das notas e o percentual de faltas sobre 20 aulas.  Caso o percentual de faltas for maior que 30% o aluno esta automaticamente reprovado, caso ao contrario verifique se a media e maior igual a 6,  se afirmativo o aluno esta aprovado, senão informe uma nota P3 para recalcular a media, se a nova media for maior igual a 6, escreva aprovado no exame, caso negativo exiba reprovado por nota.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2266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EC4EBA9B-C5CA-44BF-B732-821EECCD9EA4}"/>
              </a:ext>
            </a:extLst>
          </p:cNvPr>
          <p:cNvCxnSpPr>
            <a:stCxn id="4" idx="2"/>
            <a:endCxn id="14" idx="0"/>
          </p:cNvCxnSpPr>
          <p:nvPr/>
        </p:nvCxnSpPr>
        <p:spPr>
          <a:xfrm flipH="1">
            <a:off x="1334690" y="923925"/>
            <a:ext cx="146448" cy="5476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luxograma: Terminação 3">
            <a:extLst>
              <a:ext uri="{FF2B5EF4-FFF2-40B4-BE49-F238E27FC236}">
                <a16:creationId xmlns:a16="http://schemas.microsoft.com/office/drawing/2014/main" id="{92F8937D-EBDE-4ECF-B57D-58908CEC0C4D}"/>
              </a:ext>
            </a:extLst>
          </p:cNvPr>
          <p:cNvSpPr/>
          <p:nvPr/>
        </p:nvSpPr>
        <p:spPr>
          <a:xfrm>
            <a:off x="495300" y="390525"/>
            <a:ext cx="1971675" cy="53340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inicio</a:t>
            </a:r>
          </a:p>
        </p:txBody>
      </p:sp>
      <p:sp>
        <p:nvSpPr>
          <p:cNvPr id="5" name="Fluxograma: Dados 4">
            <a:extLst>
              <a:ext uri="{FF2B5EF4-FFF2-40B4-BE49-F238E27FC236}">
                <a16:creationId xmlns:a16="http://schemas.microsoft.com/office/drawing/2014/main" id="{2E47173F-8563-411B-90CF-BC4401FA5327}"/>
              </a:ext>
            </a:extLst>
          </p:cNvPr>
          <p:cNvSpPr/>
          <p:nvPr/>
        </p:nvSpPr>
        <p:spPr>
          <a:xfrm>
            <a:off x="371475" y="2047875"/>
            <a:ext cx="2166938" cy="50482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3AB6CFD-0D94-4C47-AF40-FDD7E7AA3FF7}"/>
              </a:ext>
            </a:extLst>
          </p:cNvPr>
          <p:cNvSpPr/>
          <p:nvPr/>
        </p:nvSpPr>
        <p:spPr>
          <a:xfrm>
            <a:off x="371475" y="1076325"/>
            <a:ext cx="2305050" cy="742950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p1,p2,p3,media,faltas,percFaltas</a:t>
            </a:r>
          </a:p>
        </p:txBody>
      </p:sp>
      <p:sp>
        <p:nvSpPr>
          <p:cNvPr id="7" name="Fluxograma: Dados 6">
            <a:extLst>
              <a:ext uri="{FF2B5EF4-FFF2-40B4-BE49-F238E27FC236}">
                <a16:creationId xmlns:a16="http://schemas.microsoft.com/office/drawing/2014/main" id="{0B94671B-5054-44B8-9B13-E5CC3E16B315}"/>
              </a:ext>
            </a:extLst>
          </p:cNvPr>
          <p:cNvSpPr/>
          <p:nvPr/>
        </p:nvSpPr>
        <p:spPr>
          <a:xfrm>
            <a:off x="300037" y="2695575"/>
            <a:ext cx="2166938" cy="50482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p2</a:t>
            </a:r>
          </a:p>
        </p:txBody>
      </p:sp>
      <p:sp>
        <p:nvSpPr>
          <p:cNvPr id="8" name="Fluxograma: Dados 7">
            <a:extLst>
              <a:ext uri="{FF2B5EF4-FFF2-40B4-BE49-F238E27FC236}">
                <a16:creationId xmlns:a16="http://schemas.microsoft.com/office/drawing/2014/main" id="{98F26BB9-6966-4F66-B16A-AA05D87A9D26}"/>
              </a:ext>
            </a:extLst>
          </p:cNvPr>
          <p:cNvSpPr/>
          <p:nvPr/>
        </p:nvSpPr>
        <p:spPr>
          <a:xfrm>
            <a:off x="176212" y="3343275"/>
            <a:ext cx="2166938" cy="50482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faltas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17E3640-1D30-49FE-B123-70770A6E5301}"/>
              </a:ext>
            </a:extLst>
          </p:cNvPr>
          <p:cNvSpPr/>
          <p:nvPr/>
        </p:nvSpPr>
        <p:spPr>
          <a:xfrm>
            <a:off x="176212" y="3990975"/>
            <a:ext cx="2362201" cy="504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Media = (p1+p2)/2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CAFD4DF-88C0-4687-9189-C54557FDCB3F}"/>
              </a:ext>
            </a:extLst>
          </p:cNvPr>
          <p:cNvSpPr/>
          <p:nvPr/>
        </p:nvSpPr>
        <p:spPr>
          <a:xfrm>
            <a:off x="176212" y="4714875"/>
            <a:ext cx="2362201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percFaltas</a:t>
            </a:r>
            <a:r>
              <a:rPr lang="pt-BR" dirty="0"/>
              <a:t> = faltas/20</a:t>
            </a:r>
          </a:p>
        </p:txBody>
      </p:sp>
      <p:sp>
        <p:nvSpPr>
          <p:cNvPr id="12" name="Losango 11">
            <a:extLst>
              <a:ext uri="{FF2B5EF4-FFF2-40B4-BE49-F238E27FC236}">
                <a16:creationId xmlns:a16="http://schemas.microsoft.com/office/drawing/2014/main" id="{15243F44-71C5-4822-AAAD-028B74B747E8}"/>
              </a:ext>
            </a:extLst>
          </p:cNvPr>
          <p:cNvSpPr/>
          <p:nvPr/>
        </p:nvSpPr>
        <p:spPr>
          <a:xfrm>
            <a:off x="300037" y="5455443"/>
            <a:ext cx="2069306" cy="77628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percFaltas</a:t>
            </a:r>
            <a:r>
              <a:rPr lang="pt-BR" dirty="0"/>
              <a:t> &gt; 0.3</a:t>
            </a:r>
          </a:p>
        </p:txBody>
      </p:sp>
      <p:sp>
        <p:nvSpPr>
          <p:cNvPr id="13" name="Fluxograma: Dados 12">
            <a:extLst>
              <a:ext uri="{FF2B5EF4-FFF2-40B4-BE49-F238E27FC236}">
                <a16:creationId xmlns:a16="http://schemas.microsoft.com/office/drawing/2014/main" id="{84CC0543-C870-4D28-904A-D25B70B5644B}"/>
              </a:ext>
            </a:extLst>
          </p:cNvPr>
          <p:cNvSpPr/>
          <p:nvPr/>
        </p:nvSpPr>
        <p:spPr>
          <a:xfrm>
            <a:off x="2752725" y="5405437"/>
            <a:ext cx="1990725" cy="87630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Reprovado</a:t>
            </a:r>
          </a:p>
          <a:p>
            <a:pPr algn="ctr"/>
            <a:r>
              <a:rPr lang="pt-BR" dirty="0"/>
              <a:t>faltas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B3A06D2A-C4A0-4801-8666-2D609140523D}"/>
              </a:ext>
            </a:extLst>
          </p:cNvPr>
          <p:cNvSpPr/>
          <p:nvPr/>
        </p:nvSpPr>
        <p:spPr>
          <a:xfrm>
            <a:off x="1072752" y="6400798"/>
            <a:ext cx="523875" cy="3905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B2F62201-6996-4E49-AA1D-4A8C9F8F181A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369343" y="5781675"/>
            <a:ext cx="7993857" cy="61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uxograma: Terminação 18">
            <a:extLst>
              <a:ext uri="{FF2B5EF4-FFF2-40B4-BE49-F238E27FC236}">
                <a16:creationId xmlns:a16="http://schemas.microsoft.com/office/drawing/2014/main" id="{BAB846EC-853C-47BB-96BF-81408202AB9A}"/>
              </a:ext>
            </a:extLst>
          </p:cNvPr>
          <p:cNvSpPr/>
          <p:nvPr/>
        </p:nvSpPr>
        <p:spPr>
          <a:xfrm>
            <a:off x="9258300" y="6138860"/>
            <a:ext cx="2209800" cy="642938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250B6468-F664-4A7F-B9B5-9B98D680340B}"/>
              </a:ext>
            </a:extLst>
          </p:cNvPr>
          <p:cNvSpPr/>
          <p:nvPr/>
        </p:nvSpPr>
        <p:spPr>
          <a:xfrm>
            <a:off x="5805487" y="209553"/>
            <a:ext cx="581025" cy="4667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1" name="Losango 20">
            <a:extLst>
              <a:ext uri="{FF2B5EF4-FFF2-40B4-BE49-F238E27FC236}">
                <a16:creationId xmlns:a16="http://schemas.microsoft.com/office/drawing/2014/main" id="{9D734771-7849-44F8-BFB0-17506576F7B9}"/>
              </a:ext>
            </a:extLst>
          </p:cNvPr>
          <p:cNvSpPr/>
          <p:nvPr/>
        </p:nvSpPr>
        <p:spPr>
          <a:xfrm>
            <a:off x="4998243" y="923925"/>
            <a:ext cx="2166938" cy="87629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Media&gt;=6</a:t>
            </a:r>
          </a:p>
        </p:txBody>
      </p:sp>
      <p:sp>
        <p:nvSpPr>
          <p:cNvPr id="22" name="Fluxograma: Dados 21">
            <a:extLst>
              <a:ext uri="{FF2B5EF4-FFF2-40B4-BE49-F238E27FC236}">
                <a16:creationId xmlns:a16="http://schemas.microsoft.com/office/drawing/2014/main" id="{74507163-0730-413F-964C-2C1559F62F4E}"/>
              </a:ext>
            </a:extLst>
          </p:cNvPr>
          <p:cNvSpPr/>
          <p:nvPr/>
        </p:nvSpPr>
        <p:spPr>
          <a:xfrm>
            <a:off x="9352360" y="940593"/>
            <a:ext cx="2114550" cy="80485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Aprovado</a:t>
            </a:r>
          </a:p>
        </p:txBody>
      </p:sp>
      <p:sp>
        <p:nvSpPr>
          <p:cNvPr id="23" name="Fluxograma: Dados 22">
            <a:extLst>
              <a:ext uri="{FF2B5EF4-FFF2-40B4-BE49-F238E27FC236}">
                <a16:creationId xmlns:a16="http://schemas.microsoft.com/office/drawing/2014/main" id="{713407C0-9E98-48F7-AFA1-5E6625C5BFC2}"/>
              </a:ext>
            </a:extLst>
          </p:cNvPr>
          <p:cNvSpPr/>
          <p:nvPr/>
        </p:nvSpPr>
        <p:spPr>
          <a:xfrm>
            <a:off x="5198268" y="1919287"/>
            <a:ext cx="1852612" cy="61197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p3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875D218-2683-44FC-B7DB-12EC3D7B549A}"/>
              </a:ext>
            </a:extLst>
          </p:cNvPr>
          <p:cNvSpPr/>
          <p:nvPr/>
        </p:nvSpPr>
        <p:spPr>
          <a:xfrm>
            <a:off x="4791074" y="2688434"/>
            <a:ext cx="2438400" cy="6119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Media = (p1+p2+p3)/3</a:t>
            </a:r>
          </a:p>
        </p:txBody>
      </p:sp>
      <p:sp>
        <p:nvSpPr>
          <p:cNvPr id="25" name="Losango 24">
            <a:extLst>
              <a:ext uri="{FF2B5EF4-FFF2-40B4-BE49-F238E27FC236}">
                <a16:creationId xmlns:a16="http://schemas.microsoft.com/office/drawing/2014/main" id="{FB94AF6D-1E66-41A6-A2AF-FC5C6397DA6F}"/>
              </a:ext>
            </a:extLst>
          </p:cNvPr>
          <p:cNvSpPr/>
          <p:nvPr/>
        </p:nvSpPr>
        <p:spPr>
          <a:xfrm>
            <a:off x="5053011" y="3445664"/>
            <a:ext cx="2057400" cy="747713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Media&gt;=6</a:t>
            </a:r>
          </a:p>
        </p:txBody>
      </p:sp>
      <p:sp>
        <p:nvSpPr>
          <p:cNvPr id="26" name="Fluxograma: Dados 25">
            <a:extLst>
              <a:ext uri="{FF2B5EF4-FFF2-40B4-BE49-F238E27FC236}">
                <a16:creationId xmlns:a16="http://schemas.microsoft.com/office/drawing/2014/main" id="{B2723E8E-94AA-4330-BB7C-8E4039C24651}"/>
              </a:ext>
            </a:extLst>
          </p:cNvPr>
          <p:cNvSpPr/>
          <p:nvPr/>
        </p:nvSpPr>
        <p:spPr>
          <a:xfrm>
            <a:off x="7621190" y="3558783"/>
            <a:ext cx="2286000" cy="864384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Aprovado no Exame</a:t>
            </a:r>
          </a:p>
        </p:txBody>
      </p:sp>
      <p:sp>
        <p:nvSpPr>
          <p:cNvPr id="27" name="Fluxograma: Dados 26">
            <a:extLst>
              <a:ext uri="{FF2B5EF4-FFF2-40B4-BE49-F238E27FC236}">
                <a16:creationId xmlns:a16="http://schemas.microsoft.com/office/drawing/2014/main" id="{3F5B03F1-80D9-48C4-AB6A-3952F683C5C2}"/>
              </a:ext>
            </a:extLst>
          </p:cNvPr>
          <p:cNvSpPr/>
          <p:nvPr/>
        </p:nvSpPr>
        <p:spPr>
          <a:xfrm>
            <a:off x="5119686" y="4348154"/>
            <a:ext cx="1762124" cy="790542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reprovado</a:t>
            </a:r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30172DB7-4712-40D2-8D65-E8DF32C49FC4}"/>
              </a:ext>
            </a:extLst>
          </p:cNvPr>
          <p:cNvCxnSpPr>
            <a:stCxn id="20" idx="4"/>
          </p:cNvCxnSpPr>
          <p:nvPr/>
        </p:nvCxnSpPr>
        <p:spPr>
          <a:xfrm flipH="1">
            <a:off x="6081711" y="676278"/>
            <a:ext cx="14289" cy="5128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do 30">
            <a:extLst>
              <a:ext uri="{FF2B5EF4-FFF2-40B4-BE49-F238E27FC236}">
                <a16:creationId xmlns:a16="http://schemas.microsoft.com/office/drawing/2014/main" id="{21EA9086-010C-4FA7-AA29-0F37343FE18E}"/>
              </a:ext>
            </a:extLst>
          </p:cNvPr>
          <p:cNvCxnSpPr>
            <a:cxnSpLocks/>
            <a:stCxn id="21" idx="3"/>
            <a:endCxn id="19" idx="0"/>
          </p:cNvCxnSpPr>
          <p:nvPr/>
        </p:nvCxnSpPr>
        <p:spPr>
          <a:xfrm>
            <a:off x="7165181" y="1362074"/>
            <a:ext cx="3198019" cy="47767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2AEEE5F6-90C8-45F3-A762-F526E7B8B7C7}"/>
              </a:ext>
            </a:extLst>
          </p:cNvPr>
          <p:cNvCxnSpPr>
            <a:stCxn id="25" idx="3"/>
          </p:cNvCxnSpPr>
          <p:nvPr/>
        </p:nvCxnSpPr>
        <p:spPr>
          <a:xfrm>
            <a:off x="7110411" y="3819521"/>
            <a:ext cx="3252789" cy="28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836C4183-3436-4EAE-AB15-49A7A1869BEE}"/>
              </a:ext>
            </a:extLst>
          </p:cNvPr>
          <p:cNvSpPr txBox="1"/>
          <p:nvPr/>
        </p:nvSpPr>
        <p:spPr>
          <a:xfrm>
            <a:off x="7265192" y="102131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DDAF66F-4DA7-4CE4-9D8C-1E5DF71D713B}"/>
              </a:ext>
            </a:extLst>
          </p:cNvPr>
          <p:cNvSpPr txBox="1"/>
          <p:nvPr/>
        </p:nvSpPr>
        <p:spPr>
          <a:xfrm>
            <a:off x="2444080" y="5487467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924C5AB-B091-4EBD-9F78-DC856A4AF0FD}"/>
              </a:ext>
            </a:extLst>
          </p:cNvPr>
          <p:cNvSpPr txBox="1"/>
          <p:nvPr/>
        </p:nvSpPr>
        <p:spPr>
          <a:xfrm>
            <a:off x="7162798" y="351690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7B16AB5-7919-4FC3-9121-39EE4DB12DA8}"/>
              </a:ext>
            </a:extLst>
          </p:cNvPr>
          <p:cNvSpPr txBox="1"/>
          <p:nvPr/>
        </p:nvSpPr>
        <p:spPr>
          <a:xfrm>
            <a:off x="6407578" y="3990975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3280AB39-8692-4970-9C0E-4F7A5856E7CC}"/>
              </a:ext>
            </a:extLst>
          </p:cNvPr>
          <p:cNvSpPr txBox="1"/>
          <p:nvPr/>
        </p:nvSpPr>
        <p:spPr>
          <a:xfrm>
            <a:off x="5634660" y="161555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DE51938-259F-4C3A-BE1E-4847E458B8C5}"/>
              </a:ext>
            </a:extLst>
          </p:cNvPr>
          <p:cNvSpPr txBox="1"/>
          <p:nvPr/>
        </p:nvSpPr>
        <p:spPr>
          <a:xfrm>
            <a:off x="1471449" y="6116000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339699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200B298-2783-495B-9321-9DCAE4EA8817}"/>
              </a:ext>
            </a:extLst>
          </p:cNvPr>
          <p:cNvSpPr/>
          <p:nvPr/>
        </p:nvSpPr>
        <p:spPr>
          <a:xfrm>
            <a:off x="125244" y="348733"/>
            <a:ext cx="97045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https://onlinegdb.com/urFeLxefG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655805D-FAD6-4920-803F-8D4962D519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2933" y="201432"/>
            <a:ext cx="6032642" cy="645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80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A7500-AF60-4D95-AC5F-B45B62BB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70E893-861E-46EC-BC80-69ECC7A03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Informe dois números reais e um número inteiro que represente a operação matemática a ser realizada (1-soma, 2-subtração, 3- multiplicação, 4-divisão) utilize o comando seleção aninhado e exiba o resultado da operação matemática escolhida.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994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uxograma: Terminação 3">
            <a:extLst>
              <a:ext uri="{FF2B5EF4-FFF2-40B4-BE49-F238E27FC236}">
                <a16:creationId xmlns:a16="http://schemas.microsoft.com/office/drawing/2014/main" id="{CB582728-FD58-4C30-8ED3-B00D81DAC9A9}"/>
              </a:ext>
            </a:extLst>
          </p:cNvPr>
          <p:cNvSpPr/>
          <p:nvPr/>
        </p:nvSpPr>
        <p:spPr>
          <a:xfrm>
            <a:off x="466725" y="400050"/>
            <a:ext cx="2152650" cy="60960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inicio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4B238FC-FE8F-4BA1-B7AC-93D745E4CFD7}"/>
              </a:ext>
            </a:extLst>
          </p:cNvPr>
          <p:cNvSpPr/>
          <p:nvPr/>
        </p:nvSpPr>
        <p:spPr>
          <a:xfrm>
            <a:off x="390525" y="1219200"/>
            <a:ext cx="2305050" cy="742950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, n1, n2, resultado</a:t>
            </a:r>
          </a:p>
        </p:txBody>
      </p:sp>
      <p:sp>
        <p:nvSpPr>
          <p:cNvPr id="6" name="Fluxograma: Dados 5">
            <a:extLst>
              <a:ext uri="{FF2B5EF4-FFF2-40B4-BE49-F238E27FC236}">
                <a16:creationId xmlns:a16="http://schemas.microsoft.com/office/drawing/2014/main" id="{86234678-F8CC-4415-915E-55AE31496C8F}"/>
              </a:ext>
            </a:extLst>
          </p:cNvPr>
          <p:cNvSpPr/>
          <p:nvPr/>
        </p:nvSpPr>
        <p:spPr>
          <a:xfrm>
            <a:off x="628650" y="2171700"/>
            <a:ext cx="1714500" cy="54292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endParaRPr lang="pt-BR" dirty="0"/>
          </a:p>
        </p:txBody>
      </p:sp>
      <p:sp>
        <p:nvSpPr>
          <p:cNvPr id="7" name="Fluxograma: Dados 6">
            <a:extLst>
              <a:ext uri="{FF2B5EF4-FFF2-40B4-BE49-F238E27FC236}">
                <a16:creationId xmlns:a16="http://schemas.microsoft.com/office/drawing/2014/main" id="{76ED9E22-F259-444A-9E60-A399FA8713E6}"/>
              </a:ext>
            </a:extLst>
          </p:cNvPr>
          <p:cNvSpPr/>
          <p:nvPr/>
        </p:nvSpPr>
        <p:spPr>
          <a:xfrm>
            <a:off x="628650" y="2924175"/>
            <a:ext cx="1714500" cy="54292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n1</a:t>
            </a:r>
          </a:p>
        </p:txBody>
      </p:sp>
      <p:sp>
        <p:nvSpPr>
          <p:cNvPr id="8" name="Fluxograma: Dados 7">
            <a:extLst>
              <a:ext uri="{FF2B5EF4-FFF2-40B4-BE49-F238E27FC236}">
                <a16:creationId xmlns:a16="http://schemas.microsoft.com/office/drawing/2014/main" id="{2252D9BA-41E3-404D-9D7E-2F905BA0130D}"/>
              </a:ext>
            </a:extLst>
          </p:cNvPr>
          <p:cNvSpPr/>
          <p:nvPr/>
        </p:nvSpPr>
        <p:spPr>
          <a:xfrm>
            <a:off x="552450" y="3671888"/>
            <a:ext cx="1714500" cy="54292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n2</a:t>
            </a:r>
          </a:p>
        </p:txBody>
      </p:sp>
      <p:sp>
        <p:nvSpPr>
          <p:cNvPr id="9" name="Losango 8">
            <a:extLst>
              <a:ext uri="{FF2B5EF4-FFF2-40B4-BE49-F238E27FC236}">
                <a16:creationId xmlns:a16="http://schemas.microsoft.com/office/drawing/2014/main" id="{6EA4DD35-2A8A-4EC9-A4B8-674C5DDC930A}"/>
              </a:ext>
            </a:extLst>
          </p:cNvPr>
          <p:cNvSpPr/>
          <p:nvPr/>
        </p:nvSpPr>
        <p:spPr>
          <a:xfrm>
            <a:off x="485775" y="4419600"/>
            <a:ext cx="1781175" cy="752475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==1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B844978-97F5-4F10-AC79-31D06C850E4F}"/>
              </a:ext>
            </a:extLst>
          </p:cNvPr>
          <p:cNvSpPr/>
          <p:nvPr/>
        </p:nvSpPr>
        <p:spPr>
          <a:xfrm>
            <a:off x="2576513" y="4352925"/>
            <a:ext cx="1781175" cy="819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 = n1+n2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669EDFC-D5CD-482B-A373-A9D94499300F}"/>
              </a:ext>
            </a:extLst>
          </p:cNvPr>
          <p:cNvSpPr/>
          <p:nvPr/>
        </p:nvSpPr>
        <p:spPr>
          <a:xfrm>
            <a:off x="1066799" y="5591175"/>
            <a:ext cx="619125" cy="5143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26E9FC90-0B08-4AC6-8354-564555DCDAF1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flipH="1">
            <a:off x="1376362" y="1009650"/>
            <a:ext cx="166688" cy="4581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>
            <a:extLst>
              <a:ext uri="{FF2B5EF4-FFF2-40B4-BE49-F238E27FC236}">
                <a16:creationId xmlns:a16="http://schemas.microsoft.com/office/drawing/2014/main" id="{B194D224-3ABB-41BE-9557-6349B8A36E39}"/>
              </a:ext>
            </a:extLst>
          </p:cNvPr>
          <p:cNvSpPr/>
          <p:nvPr/>
        </p:nvSpPr>
        <p:spPr>
          <a:xfrm>
            <a:off x="5995987" y="180975"/>
            <a:ext cx="619125" cy="52387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5" name="Fluxograma: Decisão 14">
            <a:extLst>
              <a:ext uri="{FF2B5EF4-FFF2-40B4-BE49-F238E27FC236}">
                <a16:creationId xmlns:a16="http://schemas.microsoft.com/office/drawing/2014/main" id="{98E4F1D2-2AB5-464A-8730-02CF6928652D}"/>
              </a:ext>
            </a:extLst>
          </p:cNvPr>
          <p:cNvSpPr/>
          <p:nvPr/>
        </p:nvSpPr>
        <p:spPr>
          <a:xfrm>
            <a:off x="5272087" y="933450"/>
            <a:ext cx="2152650" cy="85725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==2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7EA1B55-B32A-4889-AF9B-FC4EFC032146}"/>
              </a:ext>
            </a:extLst>
          </p:cNvPr>
          <p:cNvSpPr/>
          <p:nvPr/>
        </p:nvSpPr>
        <p:spPr>
          <a:xfrm>
            <a:off x="7834312" y="933450"/>
            <a:ext cx="1781175" cy="819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 = n1-n2</a:t>
            </a:r>
          </a:p>
        </p:txBody>
      </p:sp>
      <p:sp>
        <p:nvSpPr>
          <p:cNvPr id="17" name="Fluxograma: Decisão 16">
            <a:extLst>
              <a:ext uri="{FF2B5EF4-FFF2-40B4-BE49-F238E27FC236}">
                <a16:creationId xmlns:a16="http://schemas.microsoft.com/office/drawing/2014/main" id="{8379C9B5-FAB8-4836-9CFD-AB1F29B8A612}"/>
              </a:ext>
            </a:extLst>
          </p:cNvPr>
          <p:cNvSpPr/>
          <p:nvPr/>
        </p:nvSpPr>
        <p:spPr>
          <a:xfrm>
            <a:off x="5272087" y="2286000"/>
            <a:ext cx="2152650" cy="85725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==3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35CC1D7-0C60-48F2-9AE1-20FC3485DFD9}"/>
              </a:ext>
            </a:extLst>
          </p:cNvPr>
          <p:cNvSpPr/>
          <p:nvPr/>
        </p:nvSpPr>
        <p:spPr>
          <a:xfrm>
            <a:off x="7834311" y="2286000"/>
            <a:ext cx="1781175" cy="819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 = n1*n2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6CD1FE1-53AD-4284-8087-975749C277EC}"/>
              </a:ext>
            </a:extLst>
          </p:cNvPr>
          <p:cNvSpPr/>
          <p:nvPr/>
        </p:nvSpPr>
        <p:spPr>
          <a:xfrm>
            <a:off x="7834311" y="3924300"/>
            <a:ext cx="1781175" cy="819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 = n1/n2</a:t>
            </a:r>
          </a:p>
        </p:txBody>
      </p:sp>
      <p:sp>
        <p:nvSpPr>
          <p:cNvPr id="20" name="Fluxograma: Decisão 19">
            <a:extLst>
              <a:ext uri="{FF2B5EF4-FFF2-40B4-BE49-F238E27FC236}">
                <a16:creationId xmlns:a16="http://schemas.microsoft.com/office/drawing/2014/main" id="{E8F282C9-C375-4EF7-8A6D-9804469162C5}"/>
              </a:ext>
            </a:extLst>
          </p:cNvPr>
          <p:cNvSpPr/>
          <p:nvPr/>
        </p:nvSpPr>
        <p:spPr>
          <a:xfrm>
            <a:off x="5272087" y="3905250"/>
            <a:ext cx="2152650" cy="85725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Op</a:t>
            </a:r>
            <a:r>
              <a:rPr lang="pt-BR" dirty="0"/>
              <a:t>==4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FF9EE52B-B143-4189-A266-4D207A92489C}"/>
              </a:ext>
            </a:extLst>
          </p:cNvPr>
          <p:cNvCxnSpPr>
            <a:stCxn id="14" idx="4"/>
          </p:cNvCxnSpPr>
          <p:nvPr/>
        </p:nvCxnSpPr>
        <p:spPr>
          <a:xfrm>
            <a:off x="6305550" y="704850"/>
            <a:ext cx="42862" cy="4467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89854CFA-D9E3-4D7C-B272-4182F97DDA15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 flipV="1">
            <a:off x="7424737" y="1343025"/>
            <a:ext cx="409575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44D395E1-94BC-4E29-BBD0-9E4C283638F2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 flipV="1">
            <a:off x="7424737" y="2695575"/>
            <a:ext cx="409574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77F0FEDD-7362-444B-880B-5A52A36CA5F6}"/>
              </a:ext>
            </a:extLst>
          </p:cNvPr>
          <p:cNvCxnSpPr>
            <a:stCxn id="20" idx="3"/>
            <a:endCxn id="19" idx="1"/>
          </p:cNvCxnSpPr>
          <p:nvPr/>
        </p:nvCxnSpPr>
        <p:spPr>
          <a:xfrm>
            <a:off x="7424737" y="4333875"/>
            <a:ext cx="4095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uxograma: Dados 29">
            <a:extLst>
              <a:ext uri="{FF2B5EF4-FFF2-40B4-BE49-F238E27FC236}">
                <a16:creationId xmlns:a16="http://schemas.microsoft.com/office/drawing/2014/main" id="{CD0735A0-5C91-4E61-87C8-68C3C38A0EBF}"/>
              </a:ext>
            </a:extLst>
          </p:cNvPr>
          <p:cNvSpPr/>
          <p:nvPr/>
        </p:nvSpPr>
        <p:spPr>
          <a:xfrm>
            <a:off x="5303044" y="5172075"/>
            <a:ext cx="2035968" cy="52387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Op. Invalida</a:t>
            </a:r>
          </a:p>
        </p:txBody>
      </p:sp>
      <p:sp>
        <p:nvSpPr>
          <p:cNvPr id="31" name="Fluxograma: Dados 30">
            <a:extLst>
              <a:ext uri="{FF2B5EF4-FFF2-40B4-BE49-F238E27FC236}">
                <a16:creationId xmlns:a16="http://schemas.microsoft.com/office/drawing/2014/main" id="{1402D079-9027-4CEC-AC39-42E4F2C7974E}"/>
              </a:ext>
            </a:extLst>
          </p:cNvPr>
          <p:cNvSpPr/>
          <p:nvPr/>
        </p:nvSpPr>
        <p:spPr>
          <a:xfrm>
            <a:off x="9941719" y="5319712"/>
            <a:ext cx="1890713" cy="75247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</a:t>
            </a:r>
          </a:p>
        </p:txBody>
      </p:sp>
      <p:cxnSp>
        <p:nvCxnSpPr>
          <p:cNvPr id="33" name="Conector: Angulado 32">
            <a:extLst>
              <a:ext uri="{FF2B5EF4-FFF2-40B4-BE49-F238E27FC236}">
                <a16:creationId xmlns:a16="http://schemas.microsoft.com/office/drawing/2014/main" id="{746B919B-CDC3-40B0-AB51-A74ABE94824B}"/>
              </a:ext>
            </a:extLst>
          </p:cNvPr>
          <p:cNvCxnSpPr>
            <a:stCxn id="16" idx="3"/>
            <a:endCxn id="31" idx="1"/>
          </p:cNvCxnSpPr>
          <p:nvPr/>
        </p:nvCxnSpPr>
        <p:spPr>
          <a:xfrm>
            <a:off x="9615487" y="1343025"/>
            <a:ext cx="1271589" cy="39766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9EE48E37-9ECB-4418-B8EA-DE963BAB0EE3}"/>
              </a:ext>
            </a:extLst>
          </p:cNvPr>
          <p:cNvCxnSpPr>
            <a:stCxn id="18" idx="3"/>
          </p:cNvCxnSpPr>
          <p:nvPr/>
        </p:nvCxnSpPr>
        <p:spPr>
          <a:xfrm>
            <a:off x="9615486" y="2695575"/>
            <a:ext cx="127159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1AE14359-A0D7-459D-AAEC-C7BFB66D424E}"/>
              </a:ext>
            </a:extLst>
          </p:cNvPr>
          <p:cNvCxnSpPr>
            <a:stCxn id="19" idx="3"/>
          </p:cNvCxnSpPr>
          <p:nvPr/>
        </p:nvCxnSpPr>
        <p:spPr>
          <a:xfrm>
            <a:off x="9615486" y="4333875"/>
            <a:ext cx="1271590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88F7CB81-DC70-48BD-A80A-A812045ABB9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2266950" y="4762500"/>
            <a:ext cx="309563" cy="333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luxograma: Terminação 39">
            <a:extLst>
              <a:ext uri="{FF2B5EF4-FFF2-40B4-BE49-F238E27FC236}">
                <a16:creationId xmlns:a16="http://schemas.microsoft.com/office/drawing/2014/main" id="{C7F2AE60-0051-48FA-87FD-F244EAE5F751}"/>
              </a:ext>
            </a:extLst>
          </p:cNvPr>
          <p:cNvSpPr/>
          <p:nvPr/>
        </p:nvSpPr>
        <p:spPr>
          <a:xfrm>
            <a:off x="7648575" y="6229352"/>
            <a:ext cx="1966911" cy="419097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fim</a:t>
            </a:r>
          </a:p>
        </p:txBody>
      </p: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id="{40886DB7-9F38-4A43-9D08-DCD7904D6143}"/>
              </a:ext>
            </a:extLst>
          </p:cNvPr>
          <p:cNvCxnSpPr>
            <a:stCxn id="30" idx="3"/>
            <a:endCxn id="40" idx="0"/>
          </p:cNvCxnSpPr>
          <p:nvPr/>
        </p:nvCxnSpPr>
        <p:spPr>
          <a:xfrm rot="16200000" flipH="1">
            <a:off x="7108030" y="4705351"/>
            <a:ext cx="533402" cy="2514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: Angulado 43">
            <a:extLst>
              <a:ext uri="{FF2B5EF4-FFF2-40B4-BE49-F238E27FC236}">
                <a16:creationId xmlns:a16="http://schemas.microsoft.com/office/drawing/2014/main" id="{1B036079-456B-42CE-91DE-20F7CD6E9C01}"/>
              </a:ext>
            </a:extLst>
          </p:cNvPr>
          <p:cNvCxnSpPr>
            <a:stCxn id="31" idx="2"/>
            <a:endCxn id="40" idx="3"/>
          </p:cNvCxnSpPr>
          <p:nvPr/>
        </p:nvCxnSpPr>
        <p:spPr>
          <a:xfrm rot="10800000" flipV="1">
            <a:off x="9615486" y="5695949"/>
            <a:ext cx="515304" cy="7429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EDD43040-8995-4ACA-A43D-E312276761F0}"/>
              </a:ext>
            </a:extLst>
          </p:cNvPr>
          <p:cNvSpPr/>
          <p:nvPr/>
        </p:nvSpPr>
        <p:spPr>
          <a:xfrm>
            <a:off x="3124199" y="5591175"/>
            <a:ext cx="695325" cy="5334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cxnSp>
        <p:nvCxnSpPr>
          <p:cNvPr id="51" name="Conector de Seta Reta 50">
            <a:extLst>
              <a:ext uri="{FF2B5EF4-FFF2-40B4-BE49-F238E27FC236}">
                <a16:creationId xmlns:a16="http://schemas.microsoft.com/office/drawing/2014/main" id="{B75BF8D1-F1D7-403C-B727-249FC6A210D7}"/>
              </a:ext>
            </a:extLst>
          </p:cNvPr>
          <p:cNvCxnSpPr>
            <a:stCxn id="10" idx="2"/>
            <a:endCxn id="49" idx="0"/>
          </p:cNvCxnSpPr>
          <p:nvPr/>
        </p:nvCxnSpPr>
        <p:spPr>
          <a:xfrm>
            <a:off x="3467101" y="5172075"/>
            <a:ext cx="4761" cy="41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ipse 52">
            <a:extLst>
              <a:ext uri="{FF2B5EF4-FFF2-40B4-BE49-F238E27FC236}">
                <a16:creationId xmlns:a16="http://schemas.microsoft.com/office/drawing/2014/main" id="{D98F7C10-454F-484D-B78D-E4CCF44C7095}"/>
              </a:ext>
            </a:extLst>
          </p:cNvPr>
          <p:cNvSpPr/>
          <p:nvPr/>
        </p:nvSpPr>
        <p:spPr>
          <a:xfrm>
            <a:off x="11387137" y="4067173"/>
            <a:ext cx="695325" cy="5334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D77F61AC-1439-419E-974E-FA6ED770D07E}"/>
              </a:ext>
            </a:extLst>
          </p:cNvPr>
          <p:cNvCxnSpPr>
            <a:stCxn id="53" idx="2"/>
          </p:cNvCxnSpPr>
          <p:nvPr/>
        </p:nvCxnSpPr>
        <p:spPr>
          <a:xfrm flipH="1">
            <a:off x="10887075" y="4333875"/>
            <a:ext cx="500062" cy="19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148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AC446CA-6451-41B1-9A7D-20C2C0CD9935}"/>
              </a:ext>
            </a:extLst>
          </p:cNvPr>
          <p:cNvSpPr/>
          <p:nvPr/>
        </p:nvSpPr>
        <p:spPr>
          <a:xfrm>
            <a:off x="295988" y="434459"/>
            <a:ext cx="3522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https://onlinegdb.com/sD2pbw4Ue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0F32A22-48B0-4F20-8708-476DDB0BF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63" y="933338"/>
            <a:ext cx="8143162" cy="539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222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277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Alg05 - Correção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Alg05 - Correção</dc:title>
  <dc:creator>MARCIO ROBERTO CAMAROTTO</dc:creator>
  <cp:lastModifiedBy>MARCIO ROBERTO CAMAROTTO</cp:lastModifiedBy>
  <cp:revision>9</cp:revision>
  <dcterms:created xsi:type="dcterms:W3CDTF">2026-03-28T13:40:41Z</dcterms:created>
  <dcterms:modified xsi:type="dcterms:W3CDTF">2026-03-28T14:59:15Z</dcterms:modified>
</cp:coreProperties>
</file>